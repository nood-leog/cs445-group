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66" r:id="rId4"/>
  </p:sldMasterIdLst>
  <p:notesMasterIdLst>
    <p:notesMasterId r:id="rId42"/>
  </p:notesMasterIdLst>
  <p:sldIdLst>
    <p:sldId id="289" r:id="rId5"/>
    <p:sldId id="286" r:id="rId6"/>
    <p:sldId id="280" r:id="rId7"/>
    <p:sldId id="281" r:id="rId8"/>
    <p:sldId id="287" r:id="rId9"/>
    <p:sldId id="288" r:id="rId10"/>
    <p:sldId id="279" r:id="rId11"/>
    <p:sldId id="300" r:id="rId12"/>
    <p:sldId id="291" r:id="rId13"/>
    <p:sldId id="292" r:id="rId14"/>
    <p:sldId id="278" r:id="rId15"/>
    <p:sldId id="295" r:id="rId16"/>
    <p:sldId id="294" r:id="rId17"/>
    <p:sldId id="293" r:id="rId18"/>
    <p:sldId id="284" r:id="rId19"/>
    <p:sldId id="297" r:id="rId20"/>
    <p:sldId id="302" r:id="rId21"/>
    <p:sldId id="256" r:id="rId22"/>
    <p:sldId id="258" r:id="rId23"/>
    <p:sldId id="267" r:id="rId24"/>
    <p:sldId id="268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69" r:id="rId33"/>
    <p:sldId id="259" r:id="rId34"/>
    <p:sldId id="261" r:id="rId35"/>
    <p:sldId id="263" r:id="rId36"/>
    <p:sldId id="264" r:id="rId37"/>
    <p:sldId id="260" r:id="rId38"/>
    <p:sldId id="265" r:id="rId39"/>
    <p:sldId id="266" r:id="rId40"/>
    <p:sldId id="296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BC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BC9DD5-270A-4331-89EA-81612491D6AD}" v="376" dt="2025-06-02T07:36:27.2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736" autoAdjust="0"/>
    <p:restoredTop sz="94710"/>
  </p:normalViewPr>
  <p:slideViewPr>
    <p:cSldViewPr snapToGrid="0">
      <p:cViewPr varScale="1">
        <p:scale>
          <a:sx n="136" d="100"/>
          <a:sy n="136" d="100"/>
        </p:scale>
        <p:origin x="15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Boyce" userId="c4ce5d92-0ad6-4fe1-b8cc-ac295b15b57b" providerId="ADAL" clId="{B9BC9DD5-270A-4331-89EA-81612491D6AD}"/>
    <pc:docChg chg="undo redo custSel addSld delSld modSld modMainMaster">
      <pc:chgData name="Alex Boyce" userId="c4ce5d92-0ad6-4fe1-b8cc-ac295b15b57b" providerId="ADAL" clId="{B9BC9DD5-270A-4331-89EA-81612491D6AD}" dt="2025-06-02T07:47:14.789" v="2093" actId="1076"/>
      <pc:docMkLst>
        <pc:docMk/>
      </pc:docMkLst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3186270477" sldId="256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1820276260" sldId="258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1881918643" sldId="259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3620018022" sldId="260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3045328732" sldId="261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2059041286" sldId="263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989981460" sldId="264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1180824900" sldId="265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3116427140" sldId="266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3513354105" sldId="267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4040239284" sldId="268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4235095826" sldId="269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431361126" sldId="270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2677731324" sldId="271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2835961055" sldId="272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4190908442" sldId="273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2367388796" sldId="274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136173996" sldId="275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3090888626" sldId="276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2074380891" sldId="278"/>
        </pc:sldMkLst>
      </pc:sldChg>
      <pc:sldChg chg="modSp modTransition">
        <pc:chgData name="Alex Boyce" userId="c4ce5d92-0ad6-4fe1-b8cc-ac295b15b57b" providerId="ADAL" clId="{B9BC9DD5-270A-4331-89EA-81612491D6AD}" dt="2025-06-02T06:48:20.265" v="1590"/>
        <pc:sldMkLst>
          <pc:docMk/>
          <pc:sldMk cId="1345992326" sldId="279"/>
        </pc:sldMkLst>
        <pc:spChg chg="mod">
          <ac:chgData name="Alex Boyce" userId="c4ce5d92-0ad6-4fe1-b8cc-ac295b15b57b" providerId="ADAL" clId="{B9BC9DD5-270A-4331-89EA-81612491D6AD}" dt="2025-06-02T06:10:47.683" v="513" actId="20577"/>
          <ac:spMkLst>
            <pc:docMk/>
            <pc:sldMk cId="1345992326" sldId="279"/>
            <ac:spMk id="3" creationId="{1172B120-44CB-0C16-DD4A-5455DFFA8FE9}"/>
          </ac:spMkLst>
        </pc:spChg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3411342503" sldId="280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1490869062" sldId="281"/>
        </pc:sldMkLst>
      </pc:sldChg>
      <pc:sldChg chg="modSp modTransition">
        <pc:chgData name="Alex Boyce" userId="c4ce5d92-0ad6-4fe1-b8cc-ac295b15b57b" providerId="ADAL" clId="{B9BC9DD5-270A-4331-89EA-81612491D6AD}" dt="2025-06-02T07:33:50.332" v="1989" actId="20577"/>
        <pc:sldMkLst>
          <pc:docMk/>
          <pc:sldMk cId="3477618507" sldId="284"/>
        </pc:sldMkLst>
        <pc:spChg chg="mod">
          <ac:chgData name="Alex Boyce" userId="c4ce5d92-0ad6-4fe1-b8cc-ac295b15b57b" providerId="ADAL" clId="{B9BC9DD5-270A-4331-89EA-81612491D6AD}" dt="2025-06-02T07:33:50.332" v="1989" actId="20577"/>
          <ac:spMkLst>
            <pc:docMk/>
            <pc:sldMk cId="3477618507" sldId="284"/>
            <ac:spMk id="2" creationId="{298CE97B-82C4-4123-0F3B-84097A8850D5}"/>
          </ac:spMkLst>
        </pc:spChg>
        <pc:spChg chg="mod">
          <ac:chgData name="Alex Boyce" userId="c4ce5d92-0ad6-4fe1-b8cc-ac295b15b57b" providerId="ADAL" clId="{B9BC9DD5-270A-4331-89EA-81612491D6AD}" dt="2025-06-02T07:30:28.499" v="1875"/>
          <ac:spMkLst>
            <pc:docMk/>
            <pc:sldMk cId="3477618507" sldId="284"/>
            <ac:spMk id="3" creationId="{50787CFC-B94F-5FFA-D0DF-B1F67311F3E8}"/>
          </ac:spMkLst>
        </pc:spChg>
      </pc:sldChg>
      <pc:sldChg chg="modSp mod modTransition">
        <pc:chgData name="Alex Boyce" userId="c4ce5d92-0ad6-4fe1-b8cc-ac295b15b57b" providerId="ADAL" clId="{B9BC9DD5-270A-4331-89EA-81612491D6AD}" dt="2025-06-02T06:48:20.265" v="1590"/>
        <pc:sldMkLst>
          <pc:docMk/>
          <pc:sldMk cId="2919063530" sldId="286"/>
        </pc:sldMkLst>
        <pc:picChg chg="mod">
          <ac:chgData name="Alex Boyce" userId="c4ce5d92-0ad6-4fe1-b8cc-ac295b15b57b" providerId="ADAL" clId="{B9BC9DD5-270A-4331-89EA-81612491D6AD}" dt="2025-06-02T06:36:04.731" v="1497" actId="1076"/>
          <ac:picMkLst>
            <pc:docMk/>
            <pc:sldMk cId="2919063530" sldId="286"/>
            <ac:picMk id="5" creationId="{82BF5F72-A4B7-A088-E00D-DD141103E753}"/>
          </ac:picMkLst>
        </pc:picChg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3279493680" sldId="287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2620740987" sldId="288"/>
        </pc:sldMkLst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1344547461" sldId="289"/>
        </pc:sldMkLst>
      </pc:sldChg>
      <pc:sldChg chg="addSp delSp del mod">
        <pc:chgData name="Alex Boyce" userId="c4ce5d92-0ad6-4fe1-b8cc-ac295b15b57b" providerId="ADAL" clId="{B9BC9DD5-270A-4331-89EA-81612491D6AD}" dt="2025-06-02T06:09:11.185" v="423" actId="47"/>
        <pc:sldMkLst>
          <pc:docMk/>
          <pc:sldMk cId="4042053901" sldId="290"/>
        </pc:sldMkLst>
        <pc:picChg chg="add del">
          <ac:chgData name="Alex Boyce" userId="c4ce5d92-0ad6-4fe1-b8cc-ac295b15b57b" providerId="ADAL" clId="{B9BC9DD5-270A-4331-89EA-81612491D6AD}" dt="2025-06-02T06:05:24.695" v="329" actId="22"/>
          <ac:picMkLst>
            <pc:docMk/>
            <pc:sldMk cId="4042053901" sldId="290"/>
            <ac:picMk id="13" creationId="{85BEDAC2-12D5-C16C-2A62-136356906960}"/>
          </ac:picMkLst>
        </pc:picChg>
      </pc:sldChg>
      <pc:sldChg chg="addSp delSp modSp mod modTransition setBg">
        <pc:chgData name="Alex Boyce" userId="c4ce5d92-0ad6-4fe1-b8cc-ac295b15b57b" providerId="ADAL" clId="{B9BC9DD5-270A-4331-89EA-81612491D6AD}" dt="2025-06-02T07:09:16.697" v="1748" actId="14100"/>
        <pc:sldMkLst>
          <pc:docMk/>
          <pc:sldMk cId="3725058691" sldId="291"/>
        </pc:sldMkLst>
        <pc:spChg chg="add mod">
          <ac:chgData name="Alex Boyce" userId="c4ce5d92-0ad6-4fe1-b8cc-ac295b15b57b" providerId="ADAL" clId="{B9BC9DD5-270A-4331-89EA-81612491D6AD}" dt="2025-06-02T07:09:16.697" v="1748" actId="14100"/>
          <ac:spMkLst>
            <pc:docMk/>
            <pc:sldMk cId="3725058691" sldId="291"/>
            <ac:spMk id="17" creationId="{C6D3E67F-4535-DC47-9B59-6D5E3B24A24E}"/>
          </ac:spMkLst>
        </pc:spChg>
        <pc:spChg chg="add del">
          <ac:chgData name="Alex Boyce" userId="c4ce5d92-0ad6-4fe1-b8cc-ac295b15b57b" providerId="ADAL" clId="{B9BC9DD5-270A-4331-89EA-81612491D6AD}" dt="2025-06-02T06:37:22.188" v="1503" actId="22"/>
          <ac:spMkLst>
            <pc:docMk/>
            <pc:sldMk cId="3725058691" sldId="291"/>
            <ac:spMk id="60" creationId="{C4103295-37BD-860F-1C99-B2A252B1ED77}"/>
          </ac:spMkLst>
        </pc:spChg>
        <pc:spChg chg="add del">
          <ac:chgData name="Alex Boyce" userId="c4ce5d92-0ad6-4fe1-b8cc-ac295b15b57b" providerId="ADAL" clId="{B9BC9DD5-270A-4331-89EA-81612491D6AD}" dt="2025-06-02T06:05:55.767" v="346" actId="26606"/>
          <ac:spMkLst>
            <pc:docMk/>
            <pc:sldMk cId="3725058691" sldId="291"/>
            <ac:spMk id="61" creationId="{933B46D5-42D5-4194-B895-B45DCFF2230F}"/>
          </ac:spMkLst>
        </pc:spChg>
        <pc:spChg chg="add mod">
          <ac:chgData name="Alex Boyce" userId="c4ce5d92-0ad6-4fe1-b8cc-ac295b15b57b" providerId="ADAL" clId="{B9BC9DD5-270A-4331-89EA-81612491D6AD}" dt="2025-06-02T06:37:57.234" v="1518" actId="1076"/>
          <ac:spMkLst>
            <pc:docMk/>
            <pc:sldMk cId="3725058691" sldId="291"/>
            <ac:spMk id="98" creationId="{715B60AE-7905-27BB-3FB6-01BCF9F5B893}"/>
          </ac:spMkLst>
        </pc:spChg>
        <pc:spChg chg="add del">
          <ac:chgData name="Alex Boyce" userId="c4ce5d92-0ad6-4fe1-b8cc-ac295b15b57b" providerId="ADAL" clId="{B9BC9DD5-270A-4331-89EA-81612491D6AD}" dt="2025-06-02T06:05:55.767" v="346" actId="26606"/>
          <ac:spMkLst>
            <pc:docMk/>
            <pc:sldMk cId="3725058691" sldId="291"/>
            <ac:spMk id="99" creationId="{083A6575-45DF-4CD7-8E7D-50E51B82D5C2}"/>
          </ac:spMkLst>
        </pc:spChg>
        <pc:spChg chg="add del">
          <ac:chgData name="Alex Boyce" userId="c4ce5d92-0ad6-4fe1-b8cc-ac295b15b57b" providerId="ADAL" clId="{B9BC9DD5-270A-4331-89EA-81612491D6AD}" dt="2025-06-02T06:37:41.989" v="1511" actId="22"/>
          <ac:spMkLst>
            <pc:docMk/>
            <pc:sldMk cId="3725058691" sldId="291"/>
            <ac:spMk id="140" creationId="{8FF7B5DB-15C2-1B29-C10B-BF5EEB9C444D}"/>
          </ac:spMkLst>
        </pc:spChg>
        <pc:spChg chg="add del">
          <ac:chgData name="Alex Boyce" userId="c4ce5d92-0ad6-4fe1-b8cc-ac295b15b57b" providerId="ADAL" clId="{B9BC9DD5-270A-4331-89EA-81612491D6AD}" dt="2025-06-02T06:05:58.606" v="350" actId="26606"/>
          <ac:spMkLst>
            <pc:docMk/>
            <pc:sldMk cId="3725058691" sldId="291"/>
            <ac:spMk id="144" creationId="{1E43660D-412A-41EF-9745-E92C0AC60448}"/>
          </ac:spMkLst>
        </pc:spChg>
        <pc:spChg chg="add mod">
          <ac:chgData name="Alex Boyce" userId="c4ce5d92-0ad6-4fe1-b8cc-ac295b15b57b" providerId="ADAL" clId="{B9BC9DD5-270A-4331-89EA-81612491D6AD}" dt="2025-06-02T06:37:50.279" v="1515" actId="1076"/>
          <ac:spMkLst>
            <pc:docMk/>
            <pc:sldMk cId="3725058691" sldId="291"/>
            <ac:spMk id="185" creationId="{164B4CAA-7D29-2BB1-7D31-3C0FF5087FC6}"/>
          </ac:spMkLst>
        </pc:spChg>
        <pc:spChg chg="add del">
          <ac:chgData name="Alex Boyce" userId="c4ce5d92-0ad6-4fe1-b8cc-ac295b15b57b" providerId="ADAL" clId="{B9BC9DD5-270A-4331-89EA-81612491D6AD}" dt="2025-06-02T06:06:02.187" v="354" actId="26606"/>
          <ac:spMkLst>
            <pc:docMk/>
            <pc:sldMk cId="3725058691" sldId="291"/>
            <ac:spMk id="189" creationId="{1E43660D-412A-41EF-9745-E92C0AC60448}"/>
          </ac:spMkLst>
        </pc:spChg>
        <pc:grpChg chg="add del">
          <ac:chgData name="Alex Boyce" userId="c4ce5d92-0ad6-4fe1-b8cc-ac295b15b57b" providerId="ADAL" clId="{B9BC9DD5-270A-4331-89EA-81612491D6AD}" dt="2025-06-02T06:05:55.767" v="346" actId="26606"/>
          <ac:grpSpMkLst>
            <pc:docMk/>
            <pc:sldMk cId="3725058691" sldId="291"/>
            <ac:grpSpMk id="20" creationId="{366C3164-AA9F-47E3-913A-4F002BC00F6E}"/>
          </ac:grpSpMkLst>
        </pc:grpChg>
        <pc:grpChg chg="add del">
          <ac:chgData name="Alex Boyce" userId="c4ce5d92-0ad6-4fe1-b8cc-ac295b15b57b" providerId="ADAL" clId="{B9BC9DD5-270A-4331-89EA-81612491D6AD}" dt="2025-06-02T06:05:55.767" v="346" actId="26606"/>
          <ac:grpSpMkLst>
            <pc:docMk/>
            <pc:sldMk cId="3725058691" sldId="291"/>
            <ac:grpSpMk id="63" creationId="{18896DCC-8879-4CF3-BB2D-0C535C80597E}"/>
          </ac:grpSpMkLst>
        </pc:grpChg>
        <pc:grpChg chg="add del">
          <ac:chgData name="Alex Boyce" userId="c4ce5d92-0ad6-4fe1-b8cc-ac295b15b57b" providerId="ADAL" clId="{B9BC9DD5-270A-4331-89EA-81612491D6AD}" dt="2025-06-02T06:05:56.406" v="348" actId="26606"/>
          <ac:grpSpMkLst>
            <pc:docMk/>
            <pc:sldMk cId="3725058691" sldId="291"/>
            <ac:grpSpMk id="102" creationId="{8EC1EDC6-1B42-4FCD-BC53-B1D05BFF2E3F}"/>
          </ac:grpSpMkLst>
        </pc:grpChg>
        <pc:grpChg chg="add del">
          <ac:chgData name="Alex Boyce" userId="c4ce5d92-0ad6-4fe1-b8cc-ac295b15b57b" providerId="ADAL" clId="{B9BC9DD5-270A-4331-89EA-81612491D6AD}" dt="2025-06-02T06:05:58.606" v="350" actId="26606"/>
          <ac:grpSpMkLst>
            <pc:docMk/>
            <pc:sldMk cId="3725058691" sldId="291"/>
            <ac:grpSpMk id="142" creationId="{8EC1EDC6-1B42-4FCD-BC53-B1D05BFF2E3F}"/>
          </ac:grpSpMkLst>
        </pc:grpChg>
        <pc:grpChg chg="add del">
          <ac:chgData name="Alex Boyce" userId="c4ce5d92-0ad6-4fe1-b8cc-ac295b15b57b" providerId="ADAL" clId="{B9BC9DD5-270A-4331-89EA-81612491D6AD}" dt="2025-06-02T06:05:59.254" v="352" actId="26606"/>
          <ac:grpSpMkLst>
            <pc:docMk/>
            <pc:sldMk cId="3725058691" sldId="291"/>
            <ac:grpSpMk id="147" creationId="{8EC1EDC6-1B42-4FCD-BC53-B1D05BFF2E3F}"/>
          </ac:grpSpMkLst>
        </pc:grpChg>
        <pc:grpChg chg="add del">
          <ac:chgData name="Alex Boyce" userId="c4ce5d92-0ad6-4fe1-b8cc-ac295b15b57b" providerId="ADAL" clId="{B9BC9DD5-270A-4331-89EA-81612491D6AD}" dt="2025-06-02T06:06:02.187" v="354" actId="26606"/>
          <ac:grpSpMkLst>
            <pc:docMk/>
            <pc:sldMk cId="3725058691" sldId="291"/>
            <ac:grpSpMk id="187" creationId="{8EC1EDC6-1B42-4FCD-BC53-B1D05BFF2E3F}"/>
          </ac:grpSpMkLst>
        </pc:grpChg>
        <pc:picChg chg="add del mod">
          <ac:chgData name="Alex Boyce" userId="c4ce5d92-0ad6-4fe1-b8cc-ac295b15b57b" providerId="ADAL" clId="{B9BC9DD5-270A-4331-89EA-81612491D6AD}" dt="2025-06-02T06:05:47.487" v="343" actId="478"/>
          <ac:picMkLst>
            <pc:docMk/>
            <pc:sldMk cId="3725058691" sldId="291"/>
            <ac:picMk id="9" creationId="{84605C6E-7F52-2F0A-8F59-50798D0BF90B}"/>
          </ac:picMkLst>
        </pc:picChg>
        <pc:picChg chg="add del mod">
          <ac:chgData name="Alex Boyce" userId="c4ce5d92-0ad6-4fe1-b8cc-ac295b15b57b" providerId="ADAL" clId="{B9BC9DD5-270A-4331-89EA-81612491D6AD}" dt="2025-06-02T06:05:36.007" v="338" actId="22"/>
          <ac:picMkLst>
            <pc:docMk/>
            <pc:sldMk cId="3725058691" sldId="291"/>
            <ac:picMk id="11" creationId="{867B7869-AF25-8B54-28F6-94B714427066}"/>
          </ac:picMkLst>
        </pc:picChg>
        <pc:picChg chg="add del mod">
          <ac:chgData name="Alex Boyce" userId="c4ce5d92-0ad6-4fe1-b8cc-ac295b15b57b" providerId="ADAL" clId="{B9BC9DD5-270A-4331-89EA-81612491D6AD}" dt="2025-06-02T06:06:02.518" v="355" actId="22"/>
          <ac:picMkLst>
            <pc:docMk/>
            <pc:sldMk cId="3725058691" sldId="291"/>
            <ac:picMk id="13" creationId="{797BADD1-5E9D-68F8-A802-0EAADD6A2394}"/>
          </ac:picMkLst>
        </pc:picChg>
        <pc:picChg chg="add mod">
          <ac:chgData name="Alex Boyce" userId="c4ce5d92-0ad6-4fe1-b8cc-ac295b15b57b" providerId="ADAL" clId="{B9BC9DD5-270A-4331-89EA-81612491D6AD}" dt="2025-06-02T06:37:51.543" v="1516" actId="1076"/>
          <ac:picMkLst>
            <pc:docMk/>
            <pc:sldMk cId="3725058691" sldId="291"/>
            <ac:picMk id="15" creationId="{57681CAE-8E8E-4DB2-1ACA-9707A298C7D8}"/>
          </ac:picMkLst>
        </pc:picChg>
        <pc:picChg chg="add del">
          <ac:chgData name="Alex Boyce" userId="c4ce5d92-0ad6-4fe1-b8cc-ac295b15b57b" providerId="ADAL" clId="{B9BC9DD5-270A-4331-89EA-81612491D6AD}" dt="2025-06-02T06:05:55.767" v="346" actId="26606"/>
          <ac:picMkLst>
            <pc:docMk/>
            <pc:sldMk cId="3725058691" sldId="291"/>
            <ac:picMk id="18" creationId="{EA8ADA9F-99E3-4964-8962-1118D1439FBA}"/>
          </ac:picMkLst>
        </pc:picChg>
        <pc:picChg chg="add del">
          <ac:chgData name="Alex Boyce" userId="c4ce5d92-0ad6-4fe1-b8cc-ac295b15b57b" providerId="ADAL" clId="{B9BC9DD5-270A-4331-89EA-81612491D6AD}" dt="2025-06-02T06:05:56.406" v="348" actId="26606"/>
          <ac:picMkLst>
            <pc:docMk/>
            <pc:sldMk cId="3725058691" sldId="291"/>
            <ac:picMk id="101" creationId="{6551C300-1D7A-46C3-9EF6-0EAC9B1E1F53}"/>
          </ac:picMkLst>
        </pc:picChg>
        <pc:picChg chg="add del">
          <ac:chgData name="Alex Boyce" userId="c4ce5d92-0ad6-4fe1-b8cc-ac295b15b57b" providerId="ADAL" clId="{B9BC9DD5-270A-4331-89EA-81612491D6AD}" dt="2025-06-02T06:05:58.606" v="350" actId="26606"/>
          <ac:picMkLst>
            <pc:docMk/>
            <pc:sldMk cId="3725058691" sldId="291"/>
            <ac:picMk id="141" creationId="{6551C300-1D7A-46C3-9EF6-0EAC9B1E1F53}"/>
          </ac:picMkLst>
        </pc:picChg>
        <pc:picChg chg="add del">
          <ac:chgData name="Alex Boyce" userId="c4ce5d92-0ad6-4fe1-b8cc-ac295b15b57b" providerId="ADAL" clId="{B9BC9DD5-270A-4331-89EA-81612491D6AD}" dt="2025-06-02T06:05:58.606" v="350" actId="26606"/>
          <ac:picMkLst>
            <pc:docMk/>
            <pc:sldMk cId="3725058691" sldId="291"/>
            <ac:picMk id="143" creationId="{705E34FB-F15B-4B97-A591-8EE92E5FAEB1}"/>
          </ac:picMkLst>
        </pc:picChg>
        <pc:picChg chg="add del">
          <ac:chgData name="Alex Boyce" userId="c4ce5d92-0ad6-4fe1-b8cc-ac295b15b57b" providerId="ADAL" clId="{B9BC9DD5-270A-4331-89EA-81612491D6AD}" dt="2025-06-02T06:05:59.254" v="352" actId="26606"/>
          <ac:picMkLst>
            <pc:docMk/>
            <pc:sldMk cId="3725058691" sldId="291"/>
            <ac:picMk id="146" creationId="{6551C300-1D7A-46C3-9EF6-0EAC9B1E1F53}"/>
          </ac:picMkLst>
        </pc:picChg>
        <pc:picChg chg="add del">
          <ac:chgData name="Alex Boyce" userId="c4ce5d92-0ad6-4fe1-b8cc-ac295b15b57b" providerId="ADAL" clId="{B9BC9DD5-270A-4331-89EA-81612491D6AD}" dt="2025-06-02T06:06:02.187" v="354" actId="26606"/>
          <ac:picMkLst>
            <pc:docMk/>
            <pc:sldMk cId="3725058691" sldId="291"/>
            <ac:picMk id="186" creationId="{6551C300-1D7A-46C3-9EF6-0EAC9B1E1F53}"/>
          </ac:picMkLst>
        </pc:picChg>
        <pc:picChg chg="add del">
          <ac:chgData name="Alex Boyce" userId="c4ce5d92-0ad6-4fe1-b8cc-ac295b15b57b" providerId="ADAL" clId="{B9BC9DD5-270A-4331-89EA-81612491D6AD}" dt="2025-06-02T06:06:02.187" v="354" actId="26606"/>
          <ac:picMkLst>
            <pc:docMk/>
            <pc:sldMk cId="3725058691" sldId="291"/>
            <ac:picMk id="188" creationId="{705E34FB-F15B-4B97-A591-8EE92E5FAEB1}"/>
          </ac:picMkLst>
        </pc:picChg>
      </pc:sldChg>
      <pc:sldChg chg="addSp delSp modSp mod modTransition">
        <pc:chgData name="Alex Boyce" userId="c4ce5d92-0ad6-4fe1-b8cc-ac295b15b57b" providerId="ADAL" clId="{B9BC9DD5-270A-4331-89EA-81612491D6AD}" dt="2025-06-02T07:09:07.961" v="1745" actId="1076"/>
        <pc:sldMkLst>
          <pc:docMk/>
          <pc:sldMk cId="2712011562" sldId="292"/>
        </pc:sldMkLst>
        <pc:spChg chg="del mod">
          <ac:chgData name="Alex Boyce" userId="c4ce5d92-0ad6-4fe1-b8cc-ac295b15b57b" providerId="ADAL" clId="{B9BC9DD5-270A-4331-89EA-81612491D6AD}" dt="2025-06-02T06:28:07.218" v="1351" actId="478"/>
          <ac:spMkLst>
            <pc:docMk/>
            <pc:sldMk cId="2712011562" sldId="292"/>
            <ac:spMk id="2" creationId="{8624FCB4-4B42-4266-3FB6-CF4CA78CDF61}"/>
          </ac:spMkLst>
        </pc:spChg>
        <pc:spChg chg="del mod">
          <ac:chgData name="Alex Boyce" userId="c4ce5d92-0ad6-4fe1-b8cc-ac295b15b57b" providerId="ADAL" clId="{B9BC9DD5-270A-4331-89EA-81612491D6AD}" dt="2025-06-02T06:31:59.707" v="1426" actId="478"/>
          <ac:spMkLst>
            <pc:docMk/>
            <pc:sldMk cId="2712011562" sldId="292"/>
            <ac:spMk id="3" creationId="{818B3565-D1E3-43DA-35C6-7E3B52ADC1B1}"/>
          </ac:spMkLst>
        </pc:spChg>
        <pc:spChg chg="add del mod">
          <ac:chgData name="Alex Boyce" userId="c4ce5d92-0ad6-4fe1-b8cc-ac295b15b57b" providerId="ADAL" clId="{B9BC9DD5-270A-4331-89EA-81612491D6AD}" dt="2025-06-02T06:28:10.422" v="1353" actId="478"/>
          <ac:spMkLst>
            <pc:docMk/>
            <pc:sldMk cId="2712011562" sldId="292"/>
            <ac:spMk id="5" creationId="{960E5288-FED8-503C-8B78-D2622C4A76CD}"/>
          </ac:spMkLst>
        </pc:spChg>
        <pc:spChg chg="add mod">
          <ac:chgData name="Alex Boyce" userId="c4ce5d92-0ad6-4fe1-b8cc-ac295b15b57b" providerId="ADAL" clId="{B9BC9DD5-270A-4331-89EA-81612491D6AD}" dt="2025-06-02T06:38:11.805" v="1519" actId="1076"/>
          <ac:spMkLst>
            <pc:docMk/>
            <pc:sldMk cId="2712011562" sldId="292"/>
            <ac:spMk id="6" creationId="{91C9F5A3-B7AD-319A-1B1E-8C3F3796B261}"/>
          </ac:spMkLst>
        </pc:spChg>
        <pc:spChg chg="add mod">
          <ac:chgData name="Alex Boyce" userId="c4ce5d92-0ad6-4fe1-b8cc-ac295b15b57b" providerId="ADAL" clId="{B9BC9DD5-270A-4331-89EA-81612491D6AD}" dt="2025-06-02T06:38:14.524" v="1520" actId="1076"/>
          <ac:spMkLst>
            <pc:docMk/>
            <pc:sldMk cId="2712011562" sldId="292"/>
            <ac:spMk id="7" creationId="{7FB26724-DCB4-2286-4352-B1446DB5ADC1}"/>
          </ac:spMkLst>
        </pc:spChg>
        <pc:spChg chg="add mod">
          <ac:chgData name="Alex Boyce" userId="c4ce5d92-0ad6-4fe1-b8cc-ac295b15b57b" providerId="ADAL" clId="{B9BC9DD5-270A-4331-89EA-81612491D6AD}" dt="2025-06-02T06:33:09.534" v="1441" actId="1076"/>
          <ac:spMkLst>
            <pc:docMk/>
            <pc:sldMk cId="2712011562" sldId="292"/>
            <ac:spMk id="10" creationId="{7447CE5B-9171-5C6F-1E87-05F85A280A7D}"/>
          </ac:spMkLst>
        </pc:spChg>
        <pc:spChg chg="add mod">
          <ac:chgData name="Alex Boyce" userId="c4ce5d92-0ad6-4fe1-b8cc-ac295b15b57b" providerId="ADAL" clId="{B9BC9DD5-270A-4331-89EA-81612491D6AD}" dt="2025-06-02T06:30:36.281" v="1406"/>
          <ac:spMkLst>
            <pc:docMk/>
            <pc:sldMk cId="2712011562" sldId="292"/>
            <ac:spMk id="11" creationId="{AFADC281-7E4D-6DD5-7575-7EEBA798179C}"/>
          </ac:spMkLst>
        </pc:spChg>
        <pc:spChg chg="add mod">
          <ac:chgData name="Alex Boyce" userId="c4ce5d92-0ad6-4fe1-b8cc-ac295b15b57b" providerId="ADAL" clId="{B9BC9DD5-270A-4331-89EA-81612491D6AD}" dt="2025-06-02T06:34:05.514" v="1451" actId="1076"/>
          <ac:spMkLst>
            <pc:docMk/>
            <pc:sldMk cId="2712011562" sldId="292"/>
            <ac:spMk id="12" creationId="{406E24A3-13FC-2709-01D6-42D466623275}"/>
          </ac:spMkLst>
        </pc:spChg>
        <pc:spChg chg="add mod">
          <ac:chgData name="Alex Boyce" userId="c4ce5d92-0ad6-4fe1-b8cc-ac295b15b57b" providerId="ADAL" clId="{B9BC9DD5-270A-4331-89EA-81612491D6AD}" dt="2025-06-02T06:34:03.680" v="1450" actId="1076"/>
          <ac:spMkLst>
            <pc:docMk/>
            <pc:sldMk cId="2712011562" sldId="292"/>
            <ac:spMk id="13" creationId="{FC2B0C08-C168-4307-33DC-4E5A24C03DBE}"/>
          </ac:spMkLst>
        </pc:spChg>
        <pc:spChg chg="add mod">
          <ac:chgData name="Alex Boyce" userId="c4ce5d92-0ad6-4fe1-b8cc-ac295b15b57b" providerId="ADAL" clId="{B9BC9DD5-270A-4331-89EA-81612491D6AD}" dt="2025-06-02T06:35:25.837" v="1496" actId="20577"/>
          <ac:spMkLst>
            <pc:docMk/>
            <pc:sldMk cId="2712011562" sldId="292"/>
            <ac:spMk id="14" creationId="{A3DE86EC-CC2F-24CF-4144-5E94D891D3D6}"/>
          </ac:spMkLst>
        </pc:spChg>
        <pc:spChg chg="add mod">
          <ac:chgData name="Alex Boyce" userId="c4ce5d92-0ad6-4fe1-b8cc-ac295b15b57b" providerId="ADAL" clId="{B9BC9DD5-270A-4331-89EA-81612491D6AD}" dt="2025-06-02T06:33:59.579" v="1448" actId="1076"/>
          <ac:spMkLst>
            <pc:docMk/>
            <pc:sldMk cId="2712011562" sldId="292"/>
            <ac:spMk id="15" creationId="{12243637-9B1D-D130-E399-356D1DA933E2}"/>
          </ac:spMkLst>
        </pc:spChg>
        <pc:spChg chg="add del mod">
          <ac:chgData name="Alex Boyce" userId="c4ce5d92-0ad6-4fe1-b8cc-ac295b15b57b" providerId="ADAL" clId="{B9BC9DD5-270A-4331-89EA-81612491D6AD}" dt="2025-06-02T06:32:02.116" v="1427" actId="478"/>
          <ac:spMkLst>
            <pc:docMk/>
            <pc:sldMk cId="2712011562" sldId="292"/>
            <ac:spMk id="17" creationId="{519DB67A-D329-BF24-38F7-59309B303AA5}"/>
          </ac:spMkLst>
        </pc:spChg>
        <pc:spChg chg="add mod">
          <ac:chgData name="Alex Boyce" userId="c4ce5d92-0ad6-4fe1-b8cc-ac295b15b57b" providerId="ADAL" clId="{B9BC9DD5-270A-4331-89EA-81612491D6AD}" dt="2025-06-02T07:09:07.961" v="1745" actId="1076"/>
          <ac:spMkLst>
            <pc:docMk/>
            <pc:sldMk cId="2712011562" sldId="292"/>
            <ac:spMk id="19" creationId="{A7FF9663-A397-FAF7-D428-81506D43D710}"/>
          </ac:spMkLst>
        </pc:spChg>
        <pc:picChg chg="add mod">
          <ac:chgData name="Alex Boyce" userId="c4ce5d92-0ad6-4fe1-b8cc-ac295b15b57b" providerId="ADAL" clId="{B9BC9DD5-270A-4331-89EA-81612491D6AD}" dt="2025-06-02T06:38:35.574" v="1522" actId="1076"/>
          <ac:picMkLst>
            <pc:docMk/>
            <pc:sldMk cId="2712011562" sldId="292"/>
            <ac:picMk id="9" creationId="{D1D3208C-ACB5-FDEA-93B8-EBB54379D3E8}"/>
          </ac:picMkLst>
        </pc:picChg>
      </pc:sldChg>
      <pc:sldChg chg="addSp delSp modSp mod modTransition">
        <pc:chgData name="Alex Boyce" userId="c4ce5d92-0ad6-4fe1-b8cc-ac295b15b57b" providerId="ADAL" clId="{B9BC9DD5-270A-4331-89EA-81612491D6AD}" dt="2025-06-02T07:08:57.067" v="1741" actId="1076"/>
        <pc:sldMkLst>
          <pc:docMk/>
          <pc:sldMk cId="3138885069" sldId="293"/>
        </pc:sldMkLst>
        <pc:spChg chg="del">
          <ac:chgData name="Alex Boyce" userId="c4ce5d92-0ad6-4fe1-b8cc-ac295b15b57b" providerId="ADAL" clId="{B9BC9DD5-270A-4331-89EA-81612491D6AD}" dt="2025-06-02T06:55:46.190" v="1594" actId="478"/>
          <ac:spMkLst>
            <pc:docMk/>
            <pc:sldMk cId="3138885069" sldId="293"/>
            <ac:spMk id="2" creationId="{8CC29841-7425-F4FB-DC4C-C638E6D1E357}"/>
          </ac:spMkLst>
        </pc:spChg>
        <pc:spChg chg="add del mod">
          <ac:chgData name="Alex Boyce" userId="c4ce5d92-0ad6-4fe1-b8cc-ac295b15b57b" providerId="ADAL" clId="{B9BC9DD5-270A-4331-89EA-81612491D6AD}" dt="2025-06-02T06:55:48.125" v="1595" actId="478"/>
          <ac:spMkLst>
            <pc:docMk/>
            <pc:sldMk cId="3138885069" sldId="293"/>
            <ac:spMk id="5" creationId="{1793C4E8-6145-6D26-703D-4646F0C48EE0}"/>
          </ac:spMkLst>
        </pc:spChg>
        <pc:spChg chg="add mod">
          <ac:chgData name="Alex Boyce" userId="c4ce5d92-0ad6-4fe1-b8cc-ac295b15b57b" providerId="ADAL" clId="{B9BC9DD5-270A-4331-89EA-81612491D6AD}" dt="2025-06-02T06:56:34.515" v="1609" actId="1076"/>
          <ac:spMkLst>
            <pc:docMk/>
            <pc:sldMk cId="3138885069" sldId="293"/>
            <ac:spMk id="6" creationId="{EC637422-8D19-DEAA-934F-051A4F842775}"/>
          </ac:spMkLst>
        </pc:spChg>
        <pc:spChg chg="add mod">
          <ac:chgData name="Alex Boyce" userId="c4ce5d92-0ad6-4fe1-b8cc-ac295b15b57b" providerId="ADAL" clId="{B9BC9DD5-270A-4331-89EA-81612491D6AD}" dt="2025-06-02T06:58:08.264" v="1656" actId="20577"/>
          <ac:spMkLst>
            <pc:docMk/>
            <pc:sldMk cId="3138885069" sldId="293"/>
            <ac:spMk id="7" creationId="{849D8A29-F1B0-1694-01CF-ECD68FA9B0FF}"/>
          </ac:spMkLst>
        </pc:spChg>
        <pc:spChg chg="add mod">
          <ac:chgData name="Alex Boyce" userId="c4ce5d92-0ad6-4fe1-b8cc-ac295b15b57b" providerId="ADAL" clId="{B9BC9DD5-270A-4331-89EA-81612491D6AD}" dt="2025-06-02T07:08:57.067" v="1741" actId="1076"/>
          <ac:spMkLst>
            <pc:docMk/>
            <pc:sldMk cId="3138885069" sldId="293"/>
            <ac:spMk id="9" creationId="{3F4EA64F-2A36-96FA-5E11-6E09BE588310}"/>
          </ac:spMkLst>
        </pc:spChg>
      </pc:sldChg>
      <pc:sldChg chg="addSp delSp modSp mod modTransition">
        <pc:chgData name="Alex Boyce" userId="c4ce5d92-0ad6-4fe1-b8cc-ac295b15b57b" providerId="ADAL" clId="{B9BC9DD5-270A-4331-89EA-81612491D6AD}" dt="2025-06-02T07:47:14.789" v="2093" actId="1076"/>
        <pc:sldMkLst>
          <pc:docMk/>
          <pc:sldMk cId="2248917410" sldId="294"/>
        </pc:sldMkLst>
        <pc:spChg chg="del mod">
          <ac:chgData name="Alex Boyce" userId="c4ce5d92-0ad6-4fe1-b8cc-ac295b15b57b" providerId="ADAL" clId="{B9BC9DD5-270A-4331-89EA-81612491D6AD}" dt="2025-06-02T07:06:05.537" v="1693" actId="478"/>
          <ac:spMkLst>
            <pc:docMk/>
            <pc:sldMk cId="2248917410" sldId="294"/>
            <ac:spMk id="2" creationId="{C6CC979E-0BC3-F40B-D81D-0418D60CEDC5}"/>
          </ac:spMkLst>
        </pc:spChg>
        <pc:spChg chg="del">
          <ac:chgData name="Alex Boyce" userId="c4ce5d92-0ad6-4fe1-b8cc-ac295b15b57b" providerId="ADAL" clId="{B9BC9DD5-270A-4331-89EA-81612491D6AD}" dt="2025-06-02T07:06:02.327" v="1690" actId="478"/>
          <ac:spMkLst>
            <pc:docMk/>
            <pc:sldMk cId="2248917410" sldId="294"/>
            <ac:spMk id="3" creationId="{7BED6EFC-1421-978A-3B16-8BBC8191C8EA}"/>
          </ac:spMkLst>
        </pc:spChg>
        <pc:spChg chg="add mod">
          <ac:chgData name="Alex Boyce" userId="c4ce5d92-0ad6-4fe1-b8cc-ac295b15b57b" providerId="ADAL" clId="{B9BC9DD5-270A-4331-89EA-81612491D6AD}" dt="2025-06-02T07:47:14.789" v="2093" actId="1076"/>
          <ac:spMkLst>
            <pc:docMk/>
            <pc:sldMk cId="2248917410" sldId="294"/>
            <ac:spMk id="6" creationId="{81042241-B31C-3A77-5C51-2F84865228DD}"/>
          </ac:spMkLst>
        </pc:spChg>
        <pc:spChg chg="add">
          <ac:chgData name="Alex Boyce" userId="c4ce5d92-0ad6-4fe1-b8cc-ac295b15b57b" providerId="ADAL" clId="{B9BC9DD5-270A-4331-89EA-81612491D6AD}" dt="2025-06-02T06:57:06.815" v="1613"/>
          <ac:spMkLst>
            <pc:docMk/>
            <pc:sldMk cId="2248917410" sldId="294"/>
            <ac:spMk id="7" creationId="{BD44848E-F6B5-4D1C-FD1E-3DC8B153ECD4}"/>
          </ac:spMkLst>
        </pc:spChg>
        <pc:spChg chg="add mod">
          <ac:chgData name="Alex Boyce" userId="c4ce5d92-0ad6-4fe1-b8cc-ac295b15b57b" providerId="ADAL" clId="{B9BC9DD5-270A-4331-89EA-81612491D6AD}" dt="2025-06-02T06:58:16.025" v="1659"/>
          <ac:spMkLst>
            <pc:docMk/>
            <pc:sldMk cId="2248917410" sldId="294"/>
            <ac:spMk id="8" creationId="{9A58E842-BB11-6A9C-F877-F1B2034B1804}"/>
          </ac:spMkLst>
        </pc:spChg>
        <pc:spChg chg="add mod">
          <ac:chgData name="Alex Boyce" userId="c4ce5d92-0ad6-4fe1-b8cc-ac295b15b57b" providerId="ADAL" clId="{B9BC9DD5-270A-4331-89EA-81612491D6AD}" dt="2025-06-02T06:59:01.213" v="1676" actId="1076"/>
          <ac:spMkLst>
            <pc:docMk/>
            <pc:sldMk cId="2248917410" sldId="294"/>
            <ac:spMk id="10" creationId="{A0F31BB3-5A61-11F5-F121-0E4BC192E46D}"/>
          </ac:spMkLst>
        </pc:spChg>
        <pc:spChg chg="add mod">
          <ac:chgData name="Alex Boyce" userId="c4ce5d92-0ad6-4fe1-b8cc-ac295b15b57b" providerId="ADAL" clId="{B9BC9DD5-270A-4331-89EA-81612491D6AD}" dt="2025-06-02T06:58:57.911" v="1675" actId="1076"/>
          <ac:spMkLst>
            <pc:docMk/>
            <pc:sldMk cId="2248917410" sldId="294"/>
            <ac:spMk id="11" creationId="{B9EC701E-9821-66CA-E1C3-0DE5F3C825E7}"/>
          </ac:spMkLst>
        </pc:spChg>
        <pc:spChg chg="add del mod">
          <ac:chgData name="Alex Boyce" userId="c4ce5d92-0ad6-4fe1-b8cc-ac295b15b57b" providerId="ADAL" clId="{B9BC9DD5-270A-4331-89EA-81612491D6AD}" dt="2025-06-02T07:06:03.747" v="1691" actId="478"/>
          <ac:spMkLst>
            <pc:docMk/>
            <pc:sldMk cId="2248917410" sldId="294"/>
            <ac:spMk id="13" creationId="{BA288C08-0CBA-135E-EAFC-F282B83FB02C}"/>
          </ac:spMkLst>
        </pc:spChg>
        <pc:spChg chg="add del mod">
          <ac:chgData name="Alex Boyce" userId="c4ce5d92-0ad6-4fe1-b8cc-ac295b15b57b" providerId="ADAL" clId="{B9BC9DD5-270A-4331-89EA-81612491D6AD}" dt="2025-06-02T07:06:06.324" v="1694" actId="478"/>
          <ac:spMkLst>
            <pc:docMk/>
            <pc:sldMk cId="2248917410" sldId="294"/>
            <ac:spMk id="15" creationId="{9655AAAE-F067-06BB-DB96-90C03A5D92BD}"/>
          </ac:spMkLst>
        </pc:spChg>
        <pc:spChg chg="add">
          <ac:chgData name="Alex Boyce" userId="c4ce5d92-0ad6-4fe1-b8cc-ac295b15b57b" providerId="ADAL" clId="{B9BC9DD5-270A-4331-89EA-81612491D6AD}" dt="2025-06-02T07:07:53.098" v="1716"/>
          <ac:spMkLst>
            <pc:docMk/>
            <pc:sldMk cId="2248917410" sldId="294"/>
            <ac:spMk id="16" creationId="{0209A8F8-00AE-17B0-F524-165091C08BA4}"/>
          </ac:spMkLst>
        </pc:spChg>
        <pc:spChg chg="add del mod">
          <ac:chgData name="Alex Boyce" userId="c4ce5d92-0ad6-4fe1-b8cc-ac295b15b57b" providerId="ADAL" clId="{B9BC9DD5-270A-4331-89EA-81612491D6AD}" dt="2025-06-02T07:08:00.457" v="1721" actId="22"/>
          <ac:spMkLst>
            <pc:docMk/>
            <pc:sldMk cId="2248917410" sldId="294"/>
            <ac:spMk id="18" creationId="{75CB6570-A433-7C2B-2BAC-59E6452164BE}"/>
          </ac:spMkLst>
        </pc:spChg>
        <pc:spChg chg="add">
          <ac:chgData name="Alex Boyce" userId="c4ce5d92-0ad6-4fe1-b8cc-ac295b15b57b" providerId="ADAL" clId="{B9BC9DD5-270A-4331-89EA-81612491D6AD}" dt="2025-06-02T07:08:01.128" v="1722"/>
          <ac:spMkLst>
            <pc:docMk/>
            <pc:sldMk cId="2248917410" sldId="294"/>
            <ac:spMk id="19" creationId="{A32B82D2-B25A-418B-8A08-A1F7E0247A8F}"/>
          </ac:spMkLst>
        </pc:spChg>
        <pc:spChg chg="add">
          <ac:chgData name="Alex Boyce" userId="c4ce5d92-0ad6-4fe1-b8cc-ac295b15b57b" providerId="ADAL" clId="{B9BC9DD5-270A-4331-89EA-81612491D6AD}" dt="2025-06-02T07:08:03.206" v="1723"/>
          <ac:spMkLst>
            <pc:docMk/>
            <pc:sldMk cId="2248917410" sldId="294"/>
            <ac:spMk id="20" creationId="{14B74E21-8F89-A6D9-8D79-68B034D2C395}"/>
          </ac:spMkLst>
        </pc:spChg>
        <pc:spChg chg="add mod">
          <ac:chgData name="Alex Boyce" userId="c4ce5d92-0ad6-4fe1-b8cc-ac295b15b57b" providerId="ADAL" clId="{B9BC9DD5-270A-4331-89EA-81612491D6AD}" dt="2025-06-02T07:08:29.965" v="1732" actId="1076"/>
          <ac:spMkLst>
            <pc:docMk/>
            <pc:sldMk cId="2248917410" sldId="294"/>
            <ac:spMk id="22" creationId="{6BD9AD63-5228-43D6-FA72-BF28F316A783}"/>
          </ac:spMkLst>
        </pc:spChg>
        <pc:picChg chg="add mod">
          <ac:chgData name="Alex Boyce" userId="c4ce5d92-0ad6-4fe1-b8cc-ac295b15b57b" providerId="ADAL" clId="{B9BC9DD5-270A-4331-89EA-81612491D6AD}" dt="2025-06-02T07:06:12.642" v="1696" actId="1076"/>
          <ac:picMkLst>
            <pc:docMk/>
            <pc:sldMk cId="2248917410" sldId="294"/>
            <ac:picMk id="5" creationId="{D193CAD8-BC0C-9A21-6C54-E4F22BD73D06}"/>
          </ac:picMkLst>
        </pc:picChg>
      </pc:sldChg>
      <pc:sldChg chg="addSp delSp modSp mod modTransition modAnim">
        <pc:chgData name="Alex Boyce" userId="c4ce5d92-0ad6-4fe1-b8cc-ac295b15b57b" providerId="ADAL" clId="{B9BC9DD5-270A-4331-89EA-81612491D6AD}" dt="2025-06-02T07:47:00.396" v="2092" actId="1076"/>
        <pc:sldMkLst>
          <pc:docMk/>
          <pc:sldMk cId="3539831957" sldId="295"/>
        </pc:sldMkLst>
        <pc:spChg chg="add mod">
          <ac:chgData name="Alex Boyce" userId="c4ce5d92-0ad6-4fe1-b8cc-ac295b15b57b" providerId="ADAL" clId="{B9BC9DD5-270A-4331-89EA-81612491D6AD}" dt="2025-06-02T07:06:34.478" v="1698" actId="1076"/>
          <ac:spMkLst>
            <pc:docMk/>
            <pc:sldMk cId="3539831957" sldId="295"/>
            <ac:spMk id="4" creationId="{4D0CD2E2-FC26-A653-A9C9-0E79AE370787}"/>
          </ac:spMkLst>
        </pc:spChg>
        <pc:spChg chg="mod">
          <ac:chgData name="Alex Boyce" userId="c4ce5d92-0ad6-4fe1-b8cc-ac295b15b57b" providerId="ADAL" clId="{B9BC9DD5-270A-4331-89EA-81612491D6AD}" dt="2025-06-02T07:20:08.366" v="1850" actId="1076"/>
          <ac:spMkLst>
            <pc:docMk/>
            <pc:sldMk cId="3539831957" sldId="295"/>
            <ac:spMk id="6" creationId="{8E0BC554-4922-09F4-6CA9-B9E0133B122F}"/>
          </ac:spMkLst>
        </pc:spChg>
        <pc:spChg chg="add mod">
          <ac:chgData name="Alex Boyce" userId="c4ce5d92-0ad6-4fe1-b8cc-ac295b15b57b" providerId="ADAL" clId="{B9BC9DD5-270A-4331-89EA-81612491D6AD}" dt="2025-06-02T07:08:40.963" v="1736" actId="1076"/>
          <ac:spMkLst>
            <pc:docMk/>
            <pc:sldMk cId="3539831957" sldId="295"/>
            <ac:spMk id="7" creationId="{CC100510-B520-DA77-7FB8-EADEF6B2EB7A}"/>
          </ac:spMkLst>
        </pc:spChg>
        <pc:spChg chg="del">
          <ac:chgData name="Alex Boyce" userId="c4ce5d92-0ad6-4fe1-b8cc-ac295b15b57b" providerId="ADAL" clId="{B9BC9DD5-270A-4331-89EA-81612491D6AD}" dt="2025-06-02T07:06:37.048" v="1699" actId="478"/>
          <ac:spMkLst>
            <pc:docMk/>
            <pc:sldMk cId="3539831957" sldId="295"/>
            <ac:spMk id="8" creationId="{AAA2D917-0E01-28C5-D005-2FA209F7D58D}"/>
          </ac:spMkLst>
        </pc:spChg>
        <pc:spChg chg="del">
          <ac:chgData name="Alex Boyce" userId="c4ce5d92-0ad6-4fe1-b8cc-ac295b15b57b" providerId="ADAL" clId="{B9BC9DD5-270A-4331-89EA-81612491D6AD}" dt="2025-06-02T07:17:24.383" v="1800" actId="478"/>
          <ac:spMkLst>
            <pc:docMk/>
            <pc:sldMk cId="3539831957" sldId="295"/>
            <ac:spMk id="9" creationId="{4BB080B4-9AE6-8284-DE32-3FD959240501}"/>
          </ac:spMkLst>
        </pc:spChg>
        <pc:spChg chg="mod">
          <ac:chgData name="Alex Boyce" userId="c4ce5d92-0ad6-4fe1-b8cc-ac295b15b57b" providerId="ADAL" clId="{B9BC9DD5-270A-4331-89EA-81612491D6AD}" dt="2025-06-02T07:46:51.507" v="2089" actId="1076"/>
          <ac:spMkLst>
            <pc:docMk/>
            <pc:sldMk cId="3539831957" sldId="295"/>
            <ac:spMk id="10" creationId="{A4819873-6F4B-0559-8229-87C6BF2C3517}"/>
          </ac:spMkLst>
        </pc:spChg>
        <pc:spChg chg="add">
          <ac:chgData name="Alex Boyce" userId="c4ce5d92-0ad6-4fe1-b8cc-ac295b15b57b" providerId="ADAL" clId="{B9BC9DD5-270A-4331-89EA-81612491D6AD}" dt="2025-06-02T07:07:27.279" v="1708"/>
          <ac:spMkLst>
            <pc:docMk/>
            <pc:sldMk cId="3539831957" sldId="295"/>
            <ac:spMk id="11" creationId="{1C2B7568-0718-C809-1622-CB0B52B7EB3C}"/>
          </ac:spMkLst>
        </pc:spChg>
        <pc:spChg chg="add mod">
          <ac:chgData name="Alex Boyce" userId="c4ce5d92-0ad6-4fe1-b8cc-ac295b15b57b" providerId="ADAL" clId="{B9BC9DD5-270A-4331-89EA-81612491D6AD}" dt="2025-06-02T07:46:58.294" v="2091" actId="1076"/>
          <ac:spMkLst>
            <pc:docMk/>
            <pc:sldMk cId="3539831957" sldId="295"/>
            <ac:spMk id="15" creationId="{85ADB7ED-2781-A45A-EB96-E4A13A78A15C}"/>
          </ac:spMkLst>
        </pc:spChg>
        <pc:picChg chg="add mod">
          <ac:chgData name="Alex Boyce" userId="c4ce5d92-0ad6-4fe1-b8cc-ac295b15b57b" providerId="ADAL" clId="{B9BC9DD5-270A-4331-89EA-81612491D6AD}" dt="2025-06-02T07:47:00.396" v="2092" actId="1076"/>
          <ac:picMkLst>
            <pc:docMk/>
            <pc:sldMk cId="3539831957" sldId="295"/>
            <ac:picMk id="13" creationId="{E663759E-4D8F-75DC-6C75-FE8CDA0F9D69}"/>
          </ac:picMkLst>
        </pc:picChg>
      </pc:sldChg>
      <pc:sldChg chg="modTransition">
        <pc:chgData name="Alex Boyce" userId="c4ce5d92-0ad6-4fe1-b8cc-ac295b15b57b" providerId="ADAL" clId="{B9BC9DD5-270A-4331-89EA-81612491D6AD}" dt="2025-06-02T06:48:20.265" v="1590"/>
        <pc:sldMkLst>
          <pc:docMk/>
          <pc:sldMk cId="1231714633" sldId="296"/>
        </pc:sldMkLst>
      </pc:sldChg>
      <pc:sldChg chg="addSp delSp modSp mod modTransition delAnim">
        <pc:chgData name="Alex Boyce" userId="c4ce5d92-0ad6-4fe1-b8cc-ac295b15b57b" providerId="ADAL" clId="{B9BC9DD5-270A-4331-89EA-81612491D6AD}" dt="2025-06-02T07:31:34.563" v="1899" actId="1076"/>
        <pc:sldMkLst>
          <pc:docMk/>
          <pc:sldMk cId="290042517" sldId="297"/>
        </pc:sldMkLst>
        <pc:spChg chg="add mod">
          <ac:chgData name="Alex Boyce" userId="c4ce5d92-0ad6-4fe1-b8cc-ac295b15b57b" providerId="ADAL" clId="{B9BC9DD5-270A-4331-89EA-81612491D6AD}" dt="2025-06-02T07:11:31.218" v="1783" actId="1076"/>
          <ac:spMkLst>
            <pc:docMk/>
            <pc:sldMk cId="290042517" sldId="297"/>
            <ac:spMk id="4" creationId="{26E22FFE-D608-4A6F-7C7E-E475A66510D7}"/>
          </ac:spMkLst>
        </pc:spChg>
        <pc:spChg chg="add">
          <ac:chgData name="Alex Boyce" userId="c4ce5d92-0ad6-4fe1-b8cc-ac295b15b57b" providerId="ADAL" clId="{B9BC9DD5-270A-4331-89EA-81612491D6AD}" dt="2025-06-02T07:11:18.182" v="1775"/>
          <ac:spMkLst>
            <pc:docMk/>
            <pc:sldMk cId="290042517" sldId="297"/>
            <ac:spMk id="5" creationId="{4CEDBD3A-EA7B-7680-A53E-3B2FC9BE3221}"/>
          </ac:spMkLst>
        </pc:spChg>
        <pc:spChg chg="add mod">
          <ac:chgData name="Alex Boyce" userId="c4ce5d92-0ad6-4fe1-b8cc-ac295b15b57b" providerId="ADAL" clId="{B9BC9DD5-270A-4331-89EA-81612491D6AD}" dt="2025-06-02T07:30:53.745" v="1883" actId="767"/>
          <ac:spMkLst>
            <pc:docMk/>
            <pc:sldMk cId="290042517" sldId="297"/>
            <ac:spMk id="7" creationId="{FEE492A3-35B2-F0F7-0E5A-5329AEC9C0B1}"/>
          </ac:spMkLst>
        </pc:spChg>
        <pc:spChg chg="del mod">
          <ac:chgData name="Alex Boyce" userId="c4ce5d92-0ad6-4fe1-b8cc-ac295b15b57b" providerId="ADAL" clId="{B9BC9DD5-270A-4331-89EA-81612491D6AD}" dt="2025-06-02T07:30:36.799" v="1877" actId="478"/>
          <ac:spMkLst>
            <pc:docMk/>
            <pc:sldMk cId="290042517" sldId="297"/>
            <ac:spMk id="8" creationId="{DBDFBA2A-4F1A-A4F0-1837-A41B5A938B85}"/>
          </ac:spMkLst>
        </pc:spChg>
        <pc:spChg chg="add mod">
          <ac:chgData name="Alex Boyce" userId="c4ce5d92-0ad6-4fe1-b8cc-ac295b15b57b" providerId="ADAL" clId="{B9BC9DD5-270A-4331-89EA-81612491D6AD}" dt="2025-06-02T07:31:34.563" v="1899" actId="1076"/>
          <ac:spMkLst>
            <pc:docMk/>
            <pc:sldMk cId="290042517" sldId="297"/>
            <ac:spMk id="12" creationId="{07C7EB02-6790-6CB4-AA09-0B53A6266EC7}"/>
          </ac:spMkLst>
        </pc:spChg>
      </pc:sldChg>
      <pc:sldChg chg="del modTransition">
        <pc:chgData name="Alex Boyce" userId="c4ce5d92-0ad6-4fe1-b8cc-ac295b15b57b" providerId="ADAL" clId="{B9BC9DD5-270A-4331-89EA-81612491D6AD}" dt="2025-06-02T07:05:45.383" v="1680" actId="47"/>
        <pc:sldMkLst>
          <pc:docMk/>
          <pc:sldMk cId="1318799757" sldId="298"/>
        </pc:sldMkLst>
      </pc:sldChg>
      <pc:sldChg chg="del modTransition">
        <pc:chgData name="Alex Boyce" userId="c4ce5d92-0ad6-4fe1-b8cc-ac295b15b57b" providerId="ADAL" clId="{B9BC9DD5-270A-4331-89EA-81612491D6AD}" dt="2025-06-02T07:05:38.159" v="1678" actId="47"/>
        <pc:sldMkLst>
          <pc:docMk/>
          <pc:sldMk cId="2746888606" sldId="299"/>
        </pc:sldMkLst>
      </pc:sldChg>
      <pc:sldChg chg="addSp delSp modSp mod modTransition">
        <pc:chgData name="Alex Boyce" userId="c4ce5d92-0ad6-4fe1-b8cc-ac295b15b57b" providerId="ADAL" clId="{B9BC9DD5-270A-4331-89EA-81612491D6AD}" dt="2025-06-02T07:17:36.390" v="1801" actId="1076"/>
        <pc:sldMkLst>
          <pc:docMk/>
          <pc:sldMk cId="1964915778" sldId="300"/>
        </pc:sldMkLst>
        <pc:spChg chg="add del mod">
          <ac:chgData name="Alex Boyce" userId="c4ce5d92-0ad6-4fe1-b8cc-ac295b15b57b" providerId="ADAL" clId="{B9BC9DD5-270A-4331-89EA-81612491D6AD}" dt="2025-06-02T06:20:11.478" v="933" actId="478"/>
          <ac:spMkLst>
            <pc:docMk/>
            <pc:sldMk cId="1964915778" sldId="300"/>
            <ac:spMk id="5" creationId="{89836799-4DBA-973C-2F48-35B2D7758762}"/>
          </ac:spMkLst>
        </pc:spChg>
        <pc:spChg chg="mod">
          <ac:chgData name="Alex Boyce" userId="c4ce5d92-0ad6-4fe1-b8cc-ac295b15b57b" providerId="ADAL" clId="{B9BC9DD5-270A-4331-89EA-81612491D6AD}" dt="2025-06-02T06:18:09.492" v="923" actId="1076"/>
          <ac:spMkLst>
            <pc:docMk/>
            <pc:sldMk cId="1964915778" sldId="300"/>
            <ac:spMk id="6" creationId="{E97CB54C-5D92-4E09-D5BB-D5F534A51D33}"/>
          </ac:spMkLst>
        </pc:spChg>
        <pc:spChg chg="add">
          <ac:chgData name="Alex Boyce" userId="c4ce5d92-0ad6-4fe1-b8cc-ac295b15b57b" providerId="ADAL" clId="{B9BC9DD5-270A-4331-89EA-81612491D6AD}" dt="2025-06-02T06:19:58.483" v="928"/>
          <ac:spMkLst>
            <pc:docMk/>
            <pc:sldMk cId="1964915778" sldId="300"/>
            <ac:spMk id="7" creationId="{EF47AED4-EA17-E5CA-CBB8-29606F995489}"/>
          </ac:spMkLst>
        </pc:spChg>
        <pc:spChg chg="mod">
          <ac:chgData name="Alex Boyce" userId="c4ce5d92-0ad6-4fe1-b8cc-ac295b15b57b" providerId="ADAL" clId="{B9BC9DD5-270A-4331-89EA-81612491D6AD}" dt="2025-06-02T07:09:48.973" v="1759" actId="1076"/>
          <ac:spMkLst>
            <pc:docMk/>
            <pc:sldMk cId="1964915778" sldId="300"/>
            <ac:spMk id="8" creationId="{D00E7170-A339-0AB8-876F-000E4A6A191C}"/>
          </ac:spMkLst>
        </pc:spChg>
        <pc:spChg chg="mod">
          <ac:chgData name="Alex Boyce" userId="c4ce5d92-0ad6-4fe1-b8cc-ac295b15b57b" providerId="ADAL" clId="{B9BC9DD5-270A-4331-89EA-81612491D6AD}" dt="2025-06-02T07:17:36.390" v="1801" actId="1076"/>
          <ac:spMkLst>
            <pc:docMk/>
            <pc:sldMk cId="1964915778" sldId="300"/>
            <ac:spMk id="9" creationId="{00DD48C4-C1FA-D203-6983-F1F134E062F0}"/>
          </ac:spMkLst>
        </pc:spChg>
        <pc:spChg chg="add">
          <ac:chgData name="Alex Boyce" userId="c4ce5d92-0ad6-4fe1-b8cc-ac295b15b57b" providerId="ADAL" clId="{B9BC9DD5-270A-4331-89EA-81612491D6AD}" dt="2025-06-02T06:20:06.240" v="931"/>
          <ac:spMkLst>
            <pc:docMk/>
            <pc:sldMk cId="1964915778" sldId="300"/>
            <ac:spMk id="10" creationId="{84FD96F0-8B5E-AC04-44D4-96E1ABDA760C}"/>
          </ac:spMkLst>
        </pc:spChg>
        <pc:spChg chg="add">
          <ac:chgData name="Alex Boyce" userId="c4ce5d92-0ad6-4fe1-b8cc-ac295b15b57b" providerId="ADAL" clId="{B9BC9DD5-270A-4331-89EA-81612491D6AD}" dt="2025-06-02T06:20:08.382" v="932"/>
          <ac:spMkLst>
            <pc:docMk/>
            <pc:sldMk cId="1964915778" sldId="300"/>
            <ac:spMk id="11" creationId="{AEC97E6C-DA25-71C3-D540-37A9DA3F25D0}"/>
          </ac:spMkLst>
        </pc:spChg>
        <pc:spChg chg="add del mod">
          <ac:chgData name="Alex Boyce" userId="c4ce5d92-0ad6-4fe1-b8cc-ac295b15b57b" providerId="ADAL" clId="{B9BC9DD5-270A-4331-89EA-81612491D6AD}" dt="2025-06-02T06:20:19.211" v="936"/>
          <ac:spMkLst>
            <pc:docMk/>
            <pc:sldMk cId="1964915778" sldId="300"/>
            <ac:spMk id="12" creationId="{13A23B2B-D16F-B60A-EC96-B2F87D937EB3}"/>
          </ac:spMkLst>
        </pc:spChg>
        <pc:spChg chg="add mod">
          <ac:chgData name="Alex Boyce" userId="c4ce5d92-0ad6-4fe1-b8cc-ac295b15b57b" providerId="ADAL" clId="{B9BC9DD5-270A-4331-89EA-81612491D6AD}" dt="2025-06-02T06:22:52.340" v="978" actId="1076"/>
          <ac:spMkLst>
            <pc:docMk/>
            <pc:sldMk cId="1964915778" sldId="300"/>
            <ac:spMk id="13" creationId="{C253BC88-631B-71CC-77B7-5A0AF450BF47}"/>
          </ac:spMkLst>
        </pc:spChg>
        <pc:spChg chg="mod">
          <ac:chgData name="Alex Boyce" userId="c4ce5d92-0ad6-4fe1-b8cc-ac295b15b57b" providerId="ADAL" clId="{B9BC9DD5-270A-4331-89EA-81612491D6AD}" dt="2025-06-02T06:22:55.611" v="979" actId="1076"/>
          <ac:spMkLst>
            <pc:docMk/>
            <pc:sldMk cId="1964915778" sldId="300"/>
            <ac:spMk id="14" creationId="{9B5F6787-CD74-FAF8-7575-169DECBDE2D6}"/>
          </ac:spMkLst>
        </pc:spChg>
        <pc:spChg chg="add">
          <ac:chgData name="Alex Boyce" userId="c4ce5d92-0ad6-4fe1-b8cc-ac295b15b57b" providerId="ADAL" clId="{B9BC9DD5-270A-4331-89EA-81612491D6AD}" dt="2025-06-02T06:20:22.400" v="938"/>
          <ac:spMkLst>
            <pc:docMk/>
            <pc:sldMk cId="1964915778" sldId="300"/>
            <ac:spMk id="15" creationId="{1BD20DF5-B1E7-530C-E1E5-D81F052CC7F9}"/>
          </ac:spMkLst>
        </pc:spChg>
        <pc:spChg chg="mod">
          <ac:chgData name="Alex Boyce" userId="c4ce5d92-0ad6-4fe1-b8cc-ac295b15b57b" providerId="ADAL" clId="{B9BC9DD5-270A-4331-89EA-81612491D6AD}" dt="2025-06-02T06:10:42.075" v="509" actId="14100"/>
          <ac:spMkLst>
            <pc:docMk/>
            <pc:sldMk cId="1964915778" sldId="300"/>
            <ac:spMk id="16" creationId="{B4CB06A4-2193-7109-201C-2AE248161CE6}"/>
          </ac:spMkLst>
        </pc:spChg>
        <pc:picChg chg="mod">
          <ac:chgData name="Alex Boyce" userId="c4ce5d92-0ad6-4fe1-b8cc-ac295b15b57b" providerId="ADAL" clId="{B9BC9DD5-270A-4331-89EA-81612491D6AD}" dt="2025-06-02T06:22:25.374" v="968" actId="1076"/>
          <ac:picMkLst>
            <pc:docMk/>
            <pc:sldMk cId="1964915778" sldId="300"/>
            <ac:picMk id="3" creationId="{AE162247-903F-B948-2664-239BB9FA24CD}"/>
          </ac:picMkLst>
        </pc:picChg>
      </pc:sldChg>
      <pc:sldChg chg="addSp modSp add del mod">
        <pc:chgData name="Alex Boyce" userId="c4ce5d92-0ad6-4fe1-b8cc-ac295b15b57b" providerId="ADAL" clId="{B9BC9DD5-270A-4331-89EA-81612491D6AD}" dt="2025-06-02T07:34:10.826" v="1990" actId="47"/>
        <pc:sldMkLst>
          <pc:docMk/>
          <pc:sldMk cId="3992148539" sldId="301"/>
        </pc:sldMkLst>
        <pc:spChg chg="mod">
          <ac:chgData name="Alex Boyce" userId="c4ce5d92-0ad6-4fe1-b8cc-ac295b15b57b" providerId="ADAL" clId="{B9BC9DD5-270A-4331-89EA-81612491D6AD}" dt="2025-06-02T07:33:41.623" v="1983" actId="20577"/>
          <ac:spMkLst>
            <pc:docMk/>
            <pc:sldMk cId="3992148539" sldId="301"/>
            <ac:spMk id="3" creationId="{F593F894-4602-81CE-600F-A7E04E395AC0}"/>
          </ac:spMkLst>
        </pc:spChg>
        <pc:spChg chg="add mod">
          <ac:chgData name="Alex Boyce" userId="c4ce5d92-0ad6-4fe1-b8cc-ac295b15b57b" providerId="ADAL" clId="{B9BC9DD5-270A-4331-89EA-81612491D6AD}" dt="2025-06-02T07:12:12.185" v="1797" actId="1076"/>
          <ac:spMkLst>
            <pc:docMk/>
            <pc:sldMk cId="3992148539" sldId="301"/>
            <ac:spMk id="4" creationId="{E7CB08C3-336C-0BBD-EAE1-73CDB4812AD6}"/>
          </ac:spMkLst>
        </pc:spChg>
        <pc:spChg chg="mod">
          <ac:chgData name="Alex Boyce" userId="c4ce5d92-0ad6-4fe1-b8cc-ac295b15b57b" providerId="ADAL" clId="{B9BC9DD5-270A-4331-89EA-81612491D6AD}" dt="2025-06-02T07:33:08.788" v="1901"/>
          <ac:spMkLst>
            <pc:docMk/>
            <pc:sldMk cId="3992148539" sldId="301"/>
            <ac:spMk id="7" creationId="{69AF670A-0E8E-1177-0DE8-6285896E275D}"/>
          </ac:spMkLst>
        </pc:spChg>
      </pc:sldChg>
      <pc:sldChg chg="addSp delSp modSp add mod">
        <pc:chgData name="Alex Boyce" userId="c4ce5d92-0ad6-4fe1-b8cc-ac295b15b57b" providerId="ADAL" clId="{B9BC9DD5-270A-4331-89EA-81612491D6AD}" dt="2025-06-02T07:33:03.098" v="1900"/>
        <pc:sldMkLst>
          <pc:docMk/>
          <pc:sldMk cId="1125965753" sldId="302"/>
        </pc:sldMkLst>
        <pc:spChg chg="del">
          <ac:chgData name="Alex Boyce" userId="c4ce5d92-0ad6-4fe1-b8cc-ac295b15b57b" providerId="ADAL" clId="{B9BC9DD5-270A-4331-89EA-81612491D6AD}" dt="2025-06-02T07:05:52.808" v="1684" actId="478"/>
          <ac:spMkLst>
            <pc:docMk/>
            <pc:sldMk cId="1125965753" sldId="302"/>
            <ac:spMk id="2" creationId="{9F4B3315-B331-4017-46FD-205BAED19F90}"/>
          </ac:spMkLst>
        </pc:spChg>
        <pc:spChg chg="del">
          <ac:chgData name="Alex Boyce" userId="c4ce5d92-0ad6-4fe1-b8cc-ac295b15b57b" providerId="ADAL" clId="{B9BC9DD5-270A-4331-89EA-81612491D6AD}" dt="2025-06-02T07:05:56.057" v="1687" actId="478"/>
          <ac:spMkLst>
            <pc:docMk/>
            <pc:sldMk cId="1125965753" sldId="302"/>
            <ac:spMk id="3" creationId="{45C72326-BE8E-193A-A29D-4192C4F22AC4}"/>
          </ac:spMkLst>
        </pc:spChg>
        <pc:spChg chg="del mod">
          <ac:chgData name="Alex Boyce" userId="c4ce5d92-0ad6-4fe1-b8cc-ac295b15b57b" providerId="ADAL" clId="{B9BC9DD5-270A-4331-89EA-81612491D6AD}" dt="2025-06-02T07:05:49.911" v="1683" actId="478"/>
          <ac:spMkLst>
            <pc:docMk/>
            <pc:sldMk cId="1125965753" sldId="302"/>
            <ac:spMk id="6" creationId="{17CF016D-951C-34B8-1A21-8733E9FC26C1}"/>
          </ac:spMkLst>
        </pc:spChg>
        <pc:spChg chg="add del mod">
          <ac:chgData name="Alex Boyce" userId="c4ce5d92-0ad6-4fe1-b8cc-ac295b15b57b" providerId="ADAL" clId="{B9BC9DD5-270A-4331-89EA-81612491D6AD}" dt="2025-06-02T07:05:54.396" v="1686" actId="478"/>
          <ac:spMkLst>
            <pc:docMk/>
            <pc:sldMk cId="1125965753" sldId="302"/>
            <ac:spMk id="7" creationId="{BDD02CD4-8594-27B1-5DD3-1169AA83864D}"/>
          </ac:spMkLst>
        </pc:spChg>
        <pc:spChg chg="mod">
          <ac:chgData name="Alex Boyce" userId="c4ce5d92-0ad6-4fe1-b8cc-ac295b15b57b" providerId="ADAL" clId="{B9BC9DD5-270A-4331-89EA-81612491D6AD}" dt="2025-06-02T07:33:03.098" v="1900"/>
          <ac:spMkLst>
            <pc:docMk/>
            <pc:sldMk cId="1125965753" sldId="302"/>
            <ac:spMk id="10" creationId="{42C11305-748E-3D65-F57A-EC5BFC6422E1}"/>
          </ac:spMkLst>
        </pc:spChg>
        <pc:spChg chg="add del mod">
          <ac:chgData name="Alex Boyce" userId="c4ce5d92-0ad6-4fe1-b8cc-ac295b15b57b" providerId="ADAL" clId="{B9BC9DD5-270A-4331-89EA-81612491D6AD}" dt="2025-06-02T07:05:57.745" v="1688" actId="478"/>
          <ac:spMkLst>
            <pc:docMk/>
            <pc:sldMk cId="1125965753" sldId="302"/>
            <ac:spMk id="12" creationId="{BECD4FB9-FC49-AF90-7E62-BEC038E39FA3}"/>
          </ac:spMkLst>
        </pc:spChg>
        <pc:spChg chg="add del">
          <ac:chgData name="Alex Boyce" userId="c4ce5d92-0ad6-4fe1-b8cc-ac295b15b57b" providerId="ADAL" clId="{B9BC9DD5-270A-4331-89EA-81612491D6AD}" dt="2025-06-02T07:11:43.535" v="1785" actId="22"/>
          <ac:spMkLst>
            <pc:docMk/>
            <pc:sldMk cId="1125965753" sldId="302"/>
            <ac:spMk id="16" creationId="{45ECCD2C-45B4-382C-A8D4-8F0A9947367C}"/>
          </ac:spMkLst>
        </pc:spChg>
        <pc:spChg chg="add mod">
          <ac:chgData name="Alex Boyce" userId="c4ce5d92-0ad6-4fe1-b8cc-ac295b15b57b" providerId="ADAL" clId="{B9BC9DD5-270A-4331-89EA-81612491D6AD}" dt="2025-06-02T07:12:00.821" v="1792" actId="1076"/>
          <ac:spMkLst>
            <pc:docMk/>
            <pc:sldMk cId="1125965753" sldId="302"/>
            <ac:spMk id="18" creationId="{B97B17F8-BD56-7AF5-6728-06282E4F0B7B}"/>
          </ac:spMkLst>
        </pc:spChg>
        <pc:spChg chg="add mod">
          <ac:chgData name="Alex Boyce" userId="c4ce5d92-0ad6-4fe1-b8cc-ac295b15b57b" providerId="ADAL" clId="{B9BC9DD5-270A-4331-89EA-81612491D6AD}" dt="2025-06-02T07:11:50.998" v="1788" actId="767"/>
          <ac:spMkLst>
            <pc:docMk/>
            <pc:sldMk cId="1125965753" sldId="302"/>
            <ac:spMk id="19" creationId="{23A16B96-7FAF-9110-40FC-8D031411D4B9}"/>
          </ac:spMkLst>
        </pc:spChg>
        <pc:picChg chg="del">
          <ac:chgData name="Alex Boyce" userId="c4ce5d92-0ad6-4fe1-b8cc-ac295b15b57b" providerId="ADAL" clId="{B9BC9DD5-270A-4331-89EA-81612491D6AD}" dt="2025-06-02T07:05:48.209" v="1681" actId="478"/>
          <ac:picMkLst>
            <pc:docMk/>
            <pc:sldMk cId="1125965753" sldId="302"/>
            <ac:picMk id="5" creationId="{69FED3A0-00B9-40A7-FC0C-F4060313FE05}"/>
          </ac:picMkLst>
        </pc:picChg>
        <pc:picChg chg="add mod">
          <ac:chgData name="Alex Boyce" userId="c4ce5d92-0ad6-4fe1-b8cc-ac295b15b57b" providerId="ADAL" clId="{B9BC9DD5-270A-4331-89EA-81612491D6AD}" dt="2025-06-02T07:10:24.392" v="1763" actId="1076"/>
          <ac:picMkLst>
            <pc:docMk/>
            <pc:sldMk cId="1125965753" sldId="302"/>
            <ac:picMk id="14" creationId="{13C91A4A-56E5-9AF9-682A-6AD7F4F79414}"/>
          </ac:picMkLst>
        </pc:picChg>
      </pc:sldChg>
      <pc:sldMasterChg chg="modTransition modSldLayout">
        <pc:chgData name="Alex Boyce" userId="c4ce5d92-0ad6-4fe1-b8cc-ac295b15b57b" providerId="ADAL" clId="{B9BC9DD5-270A-4331-89EA-81612491D6AD}" dt="2025-06-02T06:48:20.265" v="1590"/>
        <pc:sldMasterMkLst>
          <pc:docMk/>
          <pc:sldMasterMk cId="1304315014" sldId="2147484066"/>
        </pc:sldMasterMkLst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1400361172" sldId="2147484067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731153104" sldId="2147484068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422183275" sldId="2147484069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23410508" sldId="2147484070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492817319" sldId="2147484071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1294642573" sldId="2147484072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2903931528" sldId="2147484073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2701602870" sldId="2147484074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3858579283" sldId="2147484075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256869184" sldId="2147484076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4043026765" sldId="2147484077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4015432106" sldId="2147484078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2518971429" sldId="2147484079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2605263720" sldId="2147484080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554866053" sldId="2147484081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2076484283" sldId="2147484082"/>
          </pc:sldLayoutMkLst>
        </pc:sldLayoutChg>
        <pc:sldLayoutChg chg="modTransition">
          <pc:chgData name="Alex Boyce" userId="c4ce5d92-0ad6-4fe1-b8cc-ac295b15b57b" providerId="ADAL" clId="{B9BC9DD5-270A-4331-89EA-81612491D6AD}" dt="2025-06-02T06:48:20.265" v="1590"/>
          <pc:sldLayoutMkLst>
            <pc:docMk/>
            <pc:sldMasterMk cId="1304315014" sldId="2147484066"/>
            <pc:sldLayoutMk cId="4157349281" sldId="214748408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914EBE-97E2-B247-ACBA-33F49AB8AA75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AC5BF-9521-FD41-A567-1E381EF3F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74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507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70102-F81A-9D84-0771-7721372E3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541028-4358-83E0-73EA-929E1164D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C43FA-97AD-C77E-5098-B0E41ABC0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AF9729-F406-EE08-7C1F-6054E4AAC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4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24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376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D6BC6-146C-77DB-F9A1-9C2E6549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E56BAD-D503-38D3-CA61-6405BBF03B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32892-2DB3-6F80-CEB3-4CB985522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DA03B-D705-B0A4-12D8-DF3FBC98B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6983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4AAD-ED47-EA6A-3989-D9CD55A9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A90C1-0879-6528-EC2F-1D8FE9B0E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D03B31-98B8-BAC3-8B68-570E0E5BE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FB427-821C-AA4F-A0EC-CD63A13E0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8526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4B5CA-CF76-046D-78DF-0E18A7385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5AF62-38D4-7E93-5632-81ED818F5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F859C-A913-321C-FF86-B0341FAC9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A53CD-6412-B9F7-3E03-6292274059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866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105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072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77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1513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4366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5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154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909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3291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74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9315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93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444479B-705B-4489-957E-7E8A228BDFA0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61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3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3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05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6/1/2025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17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642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6/1/2025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93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602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579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1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02676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1543210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7142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26372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86605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484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349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3150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67" r:id="rId1"/>
    <p:sldLayoutId id="2147484068" r:id="rId2"/>
    <p:sldLayoutId id="2147484069" r:id="rId3"/>
    <p:sldLayoutId id="2147484070" r:id="rId4"/>
    <p:sldLayoutId id="2147484071" r:id="rId5"/>
    <p:sldLayoutId id="2147484072" r:id="rId6"/>
    <p:sldLayoutId id="2147484073" r:id="rId7"/>
    <p:sldLayoutId id="2147484074" r:id="rId8"/>
    <p:sldLayoutId id="2147484075" r:id="rId9"/>
    <p:sldLayoutId id="2147484076" r:id="rId10"/>
    <p:sldLayoutId id="2147484077" r:id="rId11"/>
    <p:sldLayoutId id="2147484078" r:id="rId12"/>
    <p:sldLayoutId id="2147484079" r:id="rId13"/>
    <p:sldLayoutId id="2147484080" r:id="rId14"/>
    <p:sldLayoutId id="2147484081" r:id="rId15"/>
    <p:sldLayoutId id="2147484082" r:id="rId16"/>
    <p:sldLayoutId id="214748408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45DA2-2488-FADD-F495-93B7AB4D9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290" y="2482510"/>
            <a:ext cx="6377659" cy="1662791"/>
          </a:xfrm>
        </p:spPr>
        <p:txBody>
          <a:bodyPr>
            <a:normAutofit/>
          </a:bodyPr>
          <a:lstStyle/>
          <a:p>
            <a:r>
              <a:rPr lang="en-US" dirty="0"/>
              <a:t>CS445 Final Project</a:t>
            </a:r>
            <a:br>
              <a:rPr lang="en-US" dirty="0"/>
            </a:br>
            <a:r>
              <a:rPr lang="en-US" dirty="0"/>
              <a:t>Group 2 – Green Data Trees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 descr="A group of green circles&#10;&#10;AI-generated content may be incorrect.">
            <a:extLst>
              <a:ext uri="{FF2B5EF4-FFF2-40B4-BE49-F238E27FC236}">
                <a16:creationId xmlns:a16="http://schemas.microsoft.com/office/drawing/2014/main" id="{0837A479-AEE2-3862-83B4-CDD0186EB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089514" y="1949264"/>
            <a:ext cx="2695388" cy="269538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F41732-BF64-33E0-055D-2A0FA1A959CA}"/>
              </a:ext>
            </a:extLst>
          </p:cNvPr>
          <p:cNvSpPr txBox="1"/>
          <p:nvPr/>
        </p:nvSpPr>
        <p:spPr>
          <a:xfrm>
            <a:off x="1247290" y="3791358"/>
            <a:ext cx="24775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Alexander Boyce</a:t>
            </a:r>
            <a:br>
              <a:rPr lang="en-US" sz="2000" dirty="0"/>
            </a:br>
            <a:r>
              <a:rPr lang="en-US" sz="2000" dirty="0"/>
              <a:t>Kyle Dennewith</a:t>
            </a:r>
          </a:p>
        </p:txBody>
      </p:sp>
    </p:spTree>
    <p:extLst>
      <p:ext uri="{BB962C8B-B14F-4D97-AF65-F5344CB8AC3E}">
        <p14:creationId xmlns:p14="http://schemas.microsoft.com/office/powerpoint/2010/main" val="1344547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E37FA-01E4-91F5-8333-561DDD5A5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1478" y="387732"/>
            <a:ext cx="6420922" cy="1210282"/>
          </a:xfrm>
        </p:spPr>
        <p:txBody>
          <a:bodyPr/>
          <a:lstStyle/>
          <a:p>
            <a:r>
              <a:rPr lang="en-US" dirty="0"/>
              <a:t>About Us and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768D1-D06B-E41E-762A-841EA5F4B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924" y="1713407"/>
            <a:ext cx="10721075" cy="19394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Our group research aims to accomplish the following:</a:t>
            </a:r>
          </a:p>
          <a:p>
            <a:r>
              <a:rPr lang="en-US" sz="2200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en-US" sz="2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nvestigate</a:t>
            </a:r>
            <a:r>
              <a:rPr lang="en-US" sz="2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market dynamics of the legal cannabis industry in the state of Connecticut and Washington State.</a:t>
            </a:r>
          </a:p>
          <a:p>
            <a:r>
              <a:rPr lang="en-US" sz="2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Focus </a:t>
            </a:r>
            <a:r>
              <a:rPr lang="en-US" sz="2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 state-wide consumption patterns, market structure, and other social trends.</a:t>
            </a:r>
          </a:p>
          <a:p>
            <a:endParaRPr lang="en-US" sz="2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b="1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group of green circles&#10;&#10;AI-generated content may be incorrect.">
            <a:extLst>
              <a:ext uri="{FF2B5EF4-FFF2-40B4-BE49-F238E27FC236}">
                <a16:creationId xmlns:a16="http://schemas.microsoft.com/office/drawing/2014/main" id="{82BF5F72-A4B7-A088-E00D-DD141103E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4622" y="296562"/>
            <a:ext cx="1939454" cy="193945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5DA025-3A77-3FFC-BCAF-7C6AB83C4C1F}"/>
              </a:ext>
            </a:extLst>
          </p:cNvPr>
          <p:cNvSpPr/>
          <p:nvPr/>
        </p:nvSpPr>
        <p:spPr>
          <a:xfrm>
            <a:off x="2323071" y="3768254"/>
            <a:ext cx="9048794" cy="27931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</a:t>
            </a:r>
            <a:r>
              <a:rPr lang="en-US" sz="1800" b="1" u="sng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Why this Topic?</a:t>
            </a:r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  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recent wave of state-level legalization across the county presents a novel regulated   	market distinct from long-established industries like alcohol, firearms, and nicotine 	products. </a:t>
            </a:r>
          </a:p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 </a:t>
            </a:r>
            <a:r>
              <a:rPr lang="en-US" sz="1800" b="1" u="sng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Where did we find this data?</a:t>
            </a:r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will be utilizing multiple publicly available datasets from data.gov, and the State of   	Connecticu</a:t>
            </a:r>
            <a:r>
              <a:rPr lang="en-US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open data portal. A full list will be provided in the </a:t>
            </a:r>
            <a:r>
              <a:rPr lang="en-US" sz="1800" i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Sources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Slide.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063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0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1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Cannabis Sales By Week</a:t>
            </a:r>
            <a:endParaRPr 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342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1B4B3-95A0-8A61-0397-CDF2D351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A5C7C-2264-EA8A-BDDA-810ECBAD63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893CDF-902A-BE72-EDF4-1F3E560B4AB6}"/>
              </a:ext>
            </a:extLst>
          </p:cNvPr>
          <p:cNvSpPr txBox="1">
            <a:spLocks/>
          </p:cNvSpPr>
          <p:nvPr/>
        </p:nvSpPr>
        <p:spPr>
          <a:xfrm>
            <a:off x="7657696" y="6577340"/>
            <a:ext cx="4629554" cy="3999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One - Cannabis_Retail_Sales_by_Week_Ending.csv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DA046-8CCE-ACE5-8458-5312085238E9}"/>
              </a:ext>
            </a:extLst>
          </p:cNvPr>
          <p:cNvSpPr txBox="1"/>
          <p:nvPr/>
        </p:nvSpPr>
        <p:spPr>
          <a:xfrm>
            <a:off x="236723" y="1808868"/>
            <a:ext cx="5734278" cy="1477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 dirty="0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dataset tracks weekly adult-use cannabis retail sales in Connecticut.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Covers the time period from January 2023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F2BA3-D3B8-251B-9E82-C6B48FDB4E37}"/>
              </a:ext>
            </a:extLst>
          </p:cNvPr>
          <p:cNvSpPr txBox="1"/>
          <p:nvPr/>
        </p:nvSpPr>
        <p:spPr>
          <a:xfrm>
            <a:off x="6292838" y="3332362"/>
            <a:ext cx="57342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Some of the data in : Cannabis_Retail_Sales_by_Week_Ending.csv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11490D-FBA2-4C5D-AE51-75689DA65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515" y="1855737"/>
            <a:ext cx="5896798" cy="1533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17E72FE-9457-2DA8-A616-9FAB929C9AE1}"/>
              </a:ext>
            </a:extLst>
          </p:cNvPr>
          <p:cNvSpPr txBox="1"/>
          <p:nvPr/>
        </p:nvSpPr>
        <p:spPr>
          <a:xfrm>
            <a:off x="1297028" y="4290911"/>
            <a:ext cx="10137235" cy="17543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Motivating Questions:</a:t>
            </a:r>
          </a:p>
          <a:p>
            <a:r>
              <a:rPr lang="en-US" dirty="0"/>
              <a:t>What trends can be observed in weekly adult-use cannabis sales, and how do those trends evolve over time?</a:t>
            </a:r>
          </a:p>
          <a:p>
            <a:endParaRPr lang="en-US" dirty="0"/>
          </a:p>
          <a:p>
            <a:r>
              <a:rPr lang="en-US" dirty="0"/>
              <a:t>Can Cannabis sales be associated with any real-world events or holidays?</a:t>
            </a:r>
          </a:p>
          <a:p>
            <a:endParaRPr lang="en-US" dirty="0"/>
          </a:p>
          <a:p>
            <a:r>
              <a:rPr lang="en-US" dirty="0"/>
              <a:t>How do individual weekly fluctuations compare to the overall trend and short-term moving average?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17176E-1C0D-7F2A-2B23-9AB6957E249D}"/>
              </a:ext>
            </a:extLst>
          </p:cNvPr>
          <p:cNvSpPr txBox="1"/>
          <p:nvPr/>
        </p:nvSpPr>
        <p:spPr>
          <a:xfrm>
            <a:off x="3468429" y="501248"/>
            <a:ext cx="52805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Cannabis Retail Sales in Connecticut (2023–2025)</a:t>
            </a:r>
          </a:p>
        </p:txBody>
      </p:sp>
    </p:spTree>
    <p:extLst>
      <p:ext uri="{BB962C8B-B14F-4D97-AF65-F5344CB8AC3E}">
        <p14:creationId xmlns:p14="http://schemas.microsoft.com/office/powerpoint/2010/main" val="149086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61C1AF5-7B3B-22A7-0685-5348FCC8FC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7000"/>
            <a:ext cx="12192000" cy="4064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7D3C46F-8A7A-5389-6F02-7794B994C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97000"/>
            <a:ext cx="12192000" cy="4064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EB141C-29D2-1CA8-C529-D17D967DCC05}"/>
              </a:ext>
            </a:extLst>
          </p:cNvPr>
          <p:cNvSpPr txBox="1"/>
          <p:nvPr/>
        </p:nvSpPr>
        <p:spPr>
          <a:xfrm>
            <a:off x="4633548" y="73779"/>
            <a:ext cx="292490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34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j-ea"/>
                <a:cs typeface="+mj-cs"/>
              </a:rPr>
              <a:t>Visualization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9A3F7C-8890-086A-1243-93D3253662E5}"/>
              </a:ext>
            </a:extLst>
          </p:cNvPr>
          <p:cNvSpPr txBox="1"/>
          <p:nvPr/>
        </p:nvSpPr>
        <p:spPr>
          <a:xfrm>
            <a:off x="3701979" y="689332"/>
            <a:ext cx="5295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Cannabis Retail Sales in Connecticut (2023–2025)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EB33C9-8271-2C46-AEFF-3A67736270D0}"/>
              </a:ext>
            </a:extLst>
          </p:cNvPr>
          <p:cNvSpPr txBox="1"/>
          <p:nvPr/>
        </p:nvSpPr>
        <p:spPr>
          <a:xfrm>
            <a:off x="7652060" y="6550223"/>
            <a:ext cx="473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chemeClr val="bg2">
                    <a:lumMod val="25000"/>
                    <a:lumOff val="75000"/>
                  </a:schemeClr>
                </a:solidFill>
              </a:rPr>
              <a:t>Visual One - Cannabis_Retail_Sales_by_Week_Ending.csv</a:t>
            </a:r>
            <a:endParaRPr lang="en-US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79493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2961-B4DC-8D12-838F-B2E6E3EC3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450" y="38038"/>
            <a:ext cx="3114676" cy="466699"/>
          </a:xfrm>
        </p:spPr>
        <p:txBody>
          <a:bodyPr>
            <a:normAutofit fontScale="90000"/>
          </a:bodyPr>
          <a:lstStyle/>
          <a:p>
            <a:r>
              <a:rPr lang="en-US" sz="3400" dirty="0">
                <a:solidFill>
                  <a:srgbClr val="549E39">
                    <a:lumMod val="60000"/>
                    <a:lumOff val="40000"/>
                  </a:srgbClr>
                </a:solidFill>
                <a:latin typeface="Tw Cen MT" panose="020B0602020104020603"/>
              </a:rPr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9C5C8-D1CA-EB12-2A79-0ACE7AD29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4147" y="770000"/>
            <a:ext cx="6276975" cy="1129863"/>
          </a:xfr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900" b="1" u="sng" dirty="0"/>
              <a:t>Consistent Upward Trend</a:t>
            </a:r>
            <a:endParaRPr lang="en-US" sz="1900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700" dirty="0"/>
              <a:t>Retail sales have </a:t>
            </a:r>
            <a:r>
              <a:rPr lang="en-US" sz="1700" b="1" dirty="0"/>
              <a:t>increased steadily</a:t>
            </a:r>
            <a:r>
              <a:rPr lang="en-US" sz="1700" dirty="0"/>
              <a:t> from January 2023 to April 2025.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 dirty="0"/>
              <a:t>Red Linear trend line depicts </a:t>
            </a:r>
            <a:r>
              <a:rPr lang="en-US" sz="1700" b="1" dirty="0"/>
              <a:t>slow but stable market growth</a:t>
            </a:r>
            <a:r>
              <a:rPr lang="en-US" sz="1700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31D1C7-021B-99F3-FDC3-66051837B9B8}"/>
              </a:ext>
            </a:extLst>
          </p:cNvPr>
          <p:cNvSpPr txBox="1"/>
          <p:nvPr/>
        </p:nvSpPr>
        <p:spPr>
          <a:xfrm>
            <a:off x="2395535" y="369890"/>
            <a:ext cx="6162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Cannabis Retail Sales in Connecticut (2023–2025)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99718-8BA6-07CE-BEF9-99AA7AD0D1D2}"/>
              </a:ext>
            </a:extLst>
          </p:cNvPr>
          <p:cNvSpPr txBox="1"/>
          <p:nvPr/>
        </p:nvSpPr>
        <p:spPr>
          <a:xfrm>
            <a:off x="7651749" y="6550223"/>
            <a:ext cx="4681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chemeClr val="bg2">
                    <a:lumMod val="25000"/>
                    <a:lumOff val="75000"/>
                  </a:schemeClr>
                </a:solidFill>
              </a:rPr>
              <a:t>Visual One - Cannabis_Retail_Sales_by_Week_Ending.csv</a:t>
            </a:r>
            <a:endParaRPr lang="en-US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0EDB94-E656-2256-0DF4-CFBF2C0C1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61" y="870673"/>
            <a:ext cx="2895757" cy="511665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13D41C7-BF7B-5F9E-7773-307CF08643E3}"/>
              </a:ext>
            </a:extLst>
          </p:cNvPr>
          <p:cNvSpPr txBox="1"/>
          <p:nvPr/>
        </p:nvSpPr>
        <p:spPr>
          <a:xfrm>
            <a:off x="3464147" y="2002873"/>
            <a:ext cx="7184803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 dirty="0"/>
              <a:t>Holiday Sales Peaks</a:t>
            </a:r>
            <a:endParaRPr lang="en-US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Mid-to-late December </a:t>
            </a:r>
            <a:r>
              <a:rPr lang="en-US" dirty="0"/>
              <a:t>experiences </a:t>
            </a:r>
            <a:r>
              <a:rPr lang="en-US" b="1" dirty="0"/>
              <a:t>clear spikes</a:t>
            </a:r>
            <a:r>
              <a:rPr lang="en-US" dirty="0"/>
              <a:t> in sales.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Likely tied to </a:t>
            </a:r>
            <a:r>
              <a:rPr lang="en-US" b="1" dirty="0"/>
              <a:t>holiday season activity</a:t>
            </a:r>
            <a:r>
              <a:rPr lang="en-US" dirty="0"/>
              <a:t> — consumers have more time off and may be purchasing for events or gifting.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3237E-F133-28DD-2EA6-867F78D4147E}"/>
              </a:ext>
            </a:extLst>
          </p:cNvPr>
          <p:cNvSpPr txBox="1"/>
          <p:nvPr/>
        </p:nvSpPr>
        <p:spPr>
          <a:xfrm>
            <a:off x="3464148" y="3306212"/>
            <a:ext cx="7975378" cy="120032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 dirty="0"/>
              <a:t>Mid-Month Spending Sweet Spot</a:t>
            </a:r>
            <a:endParaRPr lang="en-US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First (purple)</a:t>
            </a:r>
            <a:r>
              <a:rPr lang="en-US" dirty="0"/>
              <a:t> and </a:t>
            </a:r>
            <a:r>
              <a:rPr lang="en-US" b="1" dirty="0"/>
              <a:t>last (blue)</a:t>
            </a:r>
            <a:r>
              <a:rPr lang="en-US" dirty="0"/>
              <a:t> weeks of each month show </a:t>
            </a:r>
            <a:r>
              <a:rPr lang="en-US" b="1" dirty="0"/>
              <a:t>lower sales</a:t>
            </a:r>
            <a:r>
              <a:rPr lang="en-US" dirty="0"/>
              <a:t>, even during high-performing months.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may reflect budget constraints like rent, credit cards, and subscription renewals.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0AB81D-F6B7-0E39-C930-33E59C107987}"/>
              </a:ext>
            </a:extLst>
          </p:cNvPr>
          <p:cNvSpPr txBox="1"/>
          <p:nvPr/>
        </p:nvSpPr>
        <p:spPr>
          <a:xfrm>
            <a:off x="3464147" y="4610672"/>
            <a:ext cx="8470992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 dirty="0"/>
              <a:t>Seasonal Strength in August &amp; September</a:t>
            </a:r>
            <a:endParaRPr lang="en-US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August and September</a:t>
            </a:r>
            <a:r>
              <a:rPr lang="en-US" dirty="0"/>
              <a:t> consistently show </a:t>
            </a:r>
            <a:r>
              <a:rPr lang="en-US" b="1" dirty="0"/>
              <a:t>elevated sales volumes</a:t>
            </a:r>
            <a:r>
              <a:rPr lang="en-US" dirty="0"/>
              <a:t>, </a:t>
            </a:r>
            <a:r>
              <a:rPr lang="en-US" b="1" dirty="0"/>
              <a:t>excluding first/last week dips</a:t>
            </a:r>
            <a:r>
              <a:rPr lang="en-US" dirty="0"/>
              <a:t>.</a:t>
            </a:r>
          </a:p>
          <a:p>
            <a:r>
              <a:rPr lang="en-US" dirty="0"/>
              <a:t>This might correlate with </a:t>
            </a:r>
            <a:r>
              <a:rPr lang="en-US" b="1" dirty="0"/>
              <a:t>Late summer leisure activity,</a:t>
            </a:r>
            <a:r>
              <a:rPr lang="en-US" dirty="0"/>
              <a:t> </a:t>
            </a:r>
            <a:r>
              <a:rPr lang="en-US" b="1" dirty="0"/>
              <a:t>Back-to-school, </a:t>
            </a:r>
            <a:r>
              <a:rPr lang="en-US" dirty="0"/>
              <a:t>and </a:t>
            </a:r>
            <a:r>
              <a:rPr lang="en-US" b="1" dirty="0"/>
              <a:t>Fewer competing holidays</a:t>
            </a:r>
            <a:r>
              <a:rPr lang="en-US" dirty="0"/>
              <a:t>, allowing cannabis to remain a discretionary spending priority.</a:t>
            </a:r>
          </a:p>
        </p:txBody>
      </p:sp>
    </p:spTree>
    <p:extLst>
      <p:ext uri="{BB962C8B-B14F-4D97-AF65-F5344CB8AC3E}">
        <p14:creationId xmlns:p14="http://schemas.microsoft.com/office/powerpoint/2010/main" val="2620740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2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Cannabis Product Chemical Composition and Potency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923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BB9B-C708-B670-10BB-BCECC8D6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5EEF5-A5CD-F6BF-EED3-5C6B0F5E2B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00E7170-A339-0AB8-876F-000E4A6A191C}"/>
              </a:ext>
            </a:extLst>
          </p:cNvPr>
          <p:cNvSpPr txBox="1">
            <a:spLocks/>
          </p:cNvSpPr>
          <p:nvPr/>
        </p:nvSpPr>
        <p:spPr>
          <a:xfrm>
            <a:off x="7173310" y="6545531"/>
            <a:ext cx="5018690" cy="31246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9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7CB54C-5D92-4E09-D5BB-D5F534A51D33}"/>
              </a:ext>
            </a:extLst>
          </p:cNvPr>
          <p:cNvSpPr txBox="1"/>
          <p:nvPr/>
        </p:nvSpPr>
        <p:spPr>
          <a:xfrm>
            <a:off x="374407" y="1003115"/>
            <a:ext cx="5734278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 dirty="0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dataset contains chemical composition data for all new marijuana products being legally sold in Connecticut. Specifically, this dataset tracks the levels of </a:t>
            </a:r>
            <a:r>
              <a:rPr lang="en-US" b="1" dirty="0"/>
              <a:t>Tetrahydrocannabinol (THC), Cannabidiols (CBD), Tetrahydrocannabinol acid (THCA), and Carboxylic acids (CBDA) </a:t>
            </a:r>
            <a:r>
              <a:rPr lang="en-US" dirty="0"/>
              <a:t>in new products. Each entry includes a </a:t>
            </a:r>
            <a:r>
              <a:rPr lang="en-US" i="1" dirty="0"/>
              <a:t>recorded date</a:t>
            </a:r>
            <a:r>
              <a:rPr lang="en-US" dirty="0"/>
              <a:t> along with the percentage potency of the chemical in a specific product.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Covers the time period from January 2015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DD48C4-C1FA-D203-6983-F1F134E062F0}"/>
              </a:ext>
            </a:extLst>
          </p:cNvPr>
          <p:cNvSpPr txBox="1"/>
          <p:nvPr/>
        </p:nvSpPr>
        <p:spPr>
          <a:xfrm>
            <a:off x="6108685" y="3284476"/>
            <a:ext cx="6518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Some of the data in : Cannabis_Brands_with_Chemical_Composition.csv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5F6787-CD74-FAF8-7575-169DECBDE2D6}"/>
              </a:ext>
            </a:extLst>
          </p:cNvPr>
          <p:cNvSpPr txBox="1"/>
          <p:nvPr/>
        </p:nvSpPr>
        <p:spPr>
          <a:xfrm>
            <a:off x="881953" y="4146744"/>
            <a:ext cx="5734278" cy="20313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Motivating Questions:</a:t>
            </a:r>
          </a:p>
          <a:p>
            <a:r>
              <a:rPr lang="en-US" dirty="0"/>
              <a:t>How has the average </a:t>
            </a:r>
            <a:r>
              <a:rPr lang="en-US" sz="1800" dirty="0"/>
              <a:t>Chemical Composition and Potency </a:t>
            </a:r>
            <a:r>
              <a:rPr lang="en-US" dirty="0"/>
              <a:t>levels of newly released marijuana products changed over time?</a:t>
            </a:r>
          </a:p>
          <a:p>
            <a:endParaRPr lang="en-US" dirty="0"/>
          </a:p>
          <a:p>
            <a:r>
              <a:rPr lang="en-US" dirty="0"/>
              <a:t>Can indications of legislation change be seen in a visualization showing new products?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CB06A4-2193-7109-201C-2AE248161CE6}"/>
              </a:ext>
            </a:extLst>
          </p:cNvPr>
          <p:cNvSpPr txBox="1"/>
          <p:nvPr/>
        </p:nvSpPr>
        <p:spPr>
          <a:xfrm>
            <a:off x="2113005" y="467819"/>
            <a:ext cx="87860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Cannabis Product Chemical Composition and Potency in Connecticut (2015–2025)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62247-903F-B948-2664-239BB9FA2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84" y="1017210"/>
            <a:ext cx="5287113" cy="22672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253BC88-631B-71CC-77B7-5A0AF450BF47}"/>
              </a:ext>
            </a:extLst>
          </p:cNvPr>
          <p:cNvSpPr txBox="1"/>
          <p:nvPr/>
        </p:nvSpPr>
        <p:spPr>
          <a:xfrm>
            <a:off x="7123777" y="3865437"/>
            <a:ext cx="3984525" cy="246221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b="1" dirty="0"/>
              <a:t>THC</a:t>
            </a:r>
            <a:r>
              <a:rPr lang="en-US" sz="1400" dirty="0"/>
              <a:t> – Psychoactive; the main compound that causes the “high” feeling.</a:t>
            </a:r>
          </a:p>
          <a:p>
            <a:endParaRPr lang="en-US" sz="1400" dirty="0"/>
          </a:p>
          <a:p>
            <a:r>
              <a:rPr lang="en-US" sz="1400" b="1" dirty="0"/>
              <a:t>CBD</a:t>
            </a:r>
            <a:r>
              <a:rPr lang="en-US" sz="1400" dirty="0"/>
              <a:t> – Non-psychoactive; known for therapeutic effects like reducing anxiety or inflammation.</a:t>
            </a:r>
          </a:p>
          <a:p>
            <a:endParaRPr lang="en-US" sz="1400" dirty="0"/>
          </a:p>
          <a:p>
            <a:r>
              <a:rPr lang="en-US" sz="1400" b="1" dirty="0"/>
              <a:t>THCA</a:t>
            </a:r>
            <a:r>
              <a:rPr lang="en-US" sz="1400" dirty="0"/>
              <a:t> – Non-psychoactive; the raw form of THC found in fresh cannabis, turns into THC when heated.</a:t>
            </a:r>
          </a:p>
          <a:p>
            <a:endParaRPr lang="en-US" sz="1400" dirty="0"/>
          </a:p>
          <a:p>
            <a:r>
              <a:rPr lang="en-US" sz="1400" b="1" dirty="0"/>
              <a:t>CBDA</a:t>
            </a:r>
            <a:r>
              <a:rPr lang="en-US" sz="1400" dirty="0"/>
              <a:t> – Non-psychoactive; the raw form of CBD, also converts to CBD when exposed to heat.</a:t>
            </a:r>
          </a:p>
        </p:txBody>
      </p:sp>
    </p:spTree>
    <p:extLst>
      <p:ext uri="{BB962C8B-B14F-4D97-AF65-F5344CB8AC3E}">
        <p14:creationId xmlns:p14="http://schemas.microsoft.com/office/powerpoint/2010/main" val="196491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4D000-56C7-DF33-8668-AB6CC86B6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7681CAE-8E8E-4DB2-1ACA-9707A298C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71555"/>
            <a:ext cx="11430000" cy="5715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6D3E67F-4535-DC47-9B59-6D5E3B24A24E}"/>
              </a:ext>
            </a:extLst>
          </p:cNvPr>
          <p:cNvSpPr txBox="1"/>
          <p:nvPr/>
        </p:nvSpPr>
        <p:spPr>
          <a:xfrm>
            <a:off x="7449207" y="6486556"/>
            <a:ext cx="4845766" cy="30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5B60AE-7905-27BB-3FB6-01BCF9F5B893}"/>
              </a:ext>
            </a:extLst>
          </p:cNvPr>
          <p:cNvSpPr txBox="1"/>
          <p:nvPr/>
        </p:nvSpPr>
        <p:spPr>
          <a:xfrm>
            <a:off x="4677032" y="-78690"/>
            <a:ext cx="302740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64B4CAA-7D29-2BB1-7D31-3C0FF5087FC6}"/>
              </a:ext>
            </a:extLst>
          </p:cNvPr>
          <p:cNvSpPr txBox="1"/>
          <p:nvPr/>
        </p:nvSpPr>
        <p:spPr>
          <a:xfrm>
            <a:off x="2821459" y="371445"/>
            <a:ext cx="85591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</p:spTree>
    <p:extLst>
      <p:ext uri="{BB962C8B-B14F-4D97-AF65-F5344CB8AC3E}">
        <p14:creationId xmlns:p14="http://schemas.microsoft.com/office/powerpoint/2010/main" val="3725058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183F0-E5CC-03B6-F070-B42070E3A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1C9F5A3-B7AD-319A-1B1E-8C3F3796B261}"/>
              </a:ext>
            </a:extLst>
          </p:cNvPr>
          <p:cNvSpPr txBox="1"/>
          <p:nvPr/>
        </p:nvSpPr>
        <p:spPr>
          <a:xfrm>
            <a:off x="2077373" y="618022"/>
            <a:ext cx="8484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26724-DCB4-2286-4352-B1446DB5ADC1}"/>
              </a:ext>
            </a:extLst>
          </p:cNvPr>
          <p:cNvSpPr txBox="1"/>
          <p:nvPr/>
        </p:nvSpPr>
        <p:spPr>
          <a:xfrm>
            <a:off x="5063158" y="93050"/>
            <a:ext cx="2717988" cy="5693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31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j-ea"/>
                <a:cs typeface="+mj-cs"/>
              </a:rPr>
              <a:t>Observations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D3208C-ACB5-FDEA-93B8-EBB54379D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504" y="1375184"/>
            <a:ext cx="4357554" cy="4610381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447CE5B-9171-5C6F-1E87-05F85A280A7D}"/>
              </a:ext>
            </a:extLst>
          </p:cNvPr>
          <p:cNvSpPr txBox="1"/>
          <p:nvPr/>
        </p:nvSpPr>
        <p:spPr>
          <a:xfrm>
            <a:off x="2077373" y="1383950"/>
            <a:ext cx="4345292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Significant production shift in 2018</a:t>
            </a:r>
            <a:br>
              <a:rPr lang="en-US" dirty="0"/>
            </a:br>
            <a:r>
              <a:rPr lang="en-US" dirty="0"/>
              <a:t>– Likely tied to a </a:t>
            </a:r>
            <a:r>
              <a:rPr lang="en-US" b="1" dirty="0"/>
              <a:t>legal or regulatory change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ADC281-7E4D-6DD5-7575-7EEBA798179C}"/>
              </a:ext>
            </a:extLst>
          </p:cNvPr>
          <p:cNvSpPr txBox="1"/>
          <p:nvPr/>
        </p:nvSpPr>
        <p:spPr>
          <a:xfrm>
            <a:off x="1556951" y="284576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6E24A3-13FC-2709-01D6-42D466623275}"/>
              </a:ext>
            </a:extLst>
          </p:cNvPr>
          <p:cNvSpPr txBox="1"/>
          <p:nvPr/>
        </p:nvSpPr>
        <p:spPr>
          <a:xfrm>
            <a:off x="907456" y="2246996"/>
            <a:ext cx="4496808" cy="6463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No visible impact from COVID-19  in 2020</a:t>
            </a:r>
            <a:br>
              <a:rPr lang="en-US" dirty="0"/>
            </a:br>
            <a:r>
              <a:rPr lang="en-US" dirty="0"/>
              <a:t>– </a:t>
            </a:r>
            <a:r>
              <a:rPr lang="en-US" b="1" dirty="0"/>
              <a:t>New product registrations remained steady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2B0C08-C168-4307-33DC-4E5A24C03DBE}"/>
              </a:ext>
            </a:extLst>
          </p:cNvPr>
          <p:cNvSpPr txBox="1"/>
          <p:nvPr/>
        </p:nvSpPr>
        <p:spPr>
          <a:xfrm>
            <a:off x="1628724" y="3049200"/>
            <a:ext cx="4793428" cy="64633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Overall increase in product submissions</a:t>
            </a:r>
            <a:br>
              <a:rPr lang="en-US" dirty="0"/>
            </a:br>
            <a:r>
              <a:rPr lang="en-US" dirty="0"/>
              <a:t>– Industry shows </a:t>
            </a:r>
            <a:r>
              <a:rPr lang="en-US" b="1" dirty="0"/>
              <a:t>growth and expansion</a:t>
            </a:r>
            <a:r>
              <a:rPr lang="en-US" dirty="0"/>
              <a:t> over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DE86EC-CC2F-24CF-4144-5E94D891D3D6}"/>
              </a:ext>
            </a:extLst>
          </p:cNvPr>
          <p:cNvSpPr txBox="1"/>
          <p:nvPr/>
        </p:nvSpPr>
        <p:spPr>
          <a:xfrm>
            <a:off x="907456" y="3912246"/>
            <a:ext cx="6058133" cy="64633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THC &amp; THCA potency trending upward</a:t>
            </a:r>
            <a:br>
              <a:rPr lang="en-US" dirty="0"/>
            </a:br>
            <a:r>
              <a:rPr lang="en-US" dirty="0"/>
              <a:t>– while </a:t>
            </a:r>
            <a:r>
              <a:rPr lang="en-US" b="1" dirty="0"/>
              <a:t>fewer products</a:t>
            </a:r>
            <a:r>
              <a:rPr lang="en-US" dirty="0"/>
              <a:t>, are registered, potency is </a:t>
            </a:r>
            <a:r>
              <a:rPr lang="en-US" b="1" dirty="0"/>
              <a:t>intensifying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243637-9B1D-D130-E399-356D1DA933E2}"/>
              </a:ext>
            </a:extLst>
          </p:cNvPr>
          <p:cNvSpPr txBox="1"/>
          <p:nvPr/>
        </p:nvSpPr>
        <p:spPr>
          <a:xfrm>
            <a:off x="1910468" y="4836132"/>
            <a:ext cx="4512197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CBD &amp; CBDA potency trending downward</a:t>
            </a:r>
            <a:br>
              <a:rPr lang="en-US" dirty="0"/>
            </a:br>
            <a:r>
              <a:rPr lang="en-US" dirty="0"/>
              <a:t>– Still the </a:t>
            </a:r>
            <a:r>
              <a:rPr lang="en-US" b="1" dirty="0"/>
              <a:t>most commonly registered products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FF9663-A397-FAF7-D428-81506D43D710}"/>
              </a:ext>
            </a:extLst>
          </p:cNvPr>
          <p:cNvSpPr txBox="1"/>
          <p:nvPr/>
        </p:nvSpPr>
        <p:spPr>
          <a:xfrm>
            <a:off x="7464972" y="6550223"/>
            <a:ext cx="481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12011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3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Monthly Cannabis Sales Volume by Product Category</a:t>
            </a: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808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F14B0-9442-8295-60E6-4B7222CD7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1AF48-F535-F976-A538-F84A715B76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0BC554-4922-09F4-6CA9-B9E0133B122F}"/>
              </a:ext>
            </a:extLst>
          </p:cNvPr>
          <p:cNvSpPr txBox="1"/>
          <p:nvPr/>
        </p:nvSpPr>
        <p:spPr>
          <a:xfrm>
            <a:off x="304122" y="1169210"/>
            <a:ext cx="9472470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What is this data?</a:t>
            </a:r>
          </a:p>
          <a:p>
            <a:r>
              <a:rPr lang="en-US" dirty="0"/>
              <a:t>This dataset contains </a:t>
            </a:r>
            <a:r>
              <a:rPr lang="en-US" b="1" dirty="0"/>
              <a:t>monthly retail sales totals</a:t>
            </a:r>
            <a:r>
              <a:rPr lang="en-US" dirty="0"/>
              <a:t> for cannabis products in Connecticut, </a:t>
            </a:r>
          </a:p>
          <a:p>
            <a:r>
              <a:rPr lang="en-US" dirty="0"/>
              <a:t>broken down by </a:t>
            </a:r>
            <a:r>
              <a:rPr lang="en-US" b="1" dirty="0"/>
              <a:t>product category</a:t>
            </a:r>
            <a:r>
              <a:rPr lang="en-US" dirty="0"/>
              <a:t> (e.g., flower, edibles, concentrates). Each entry includes the </a:t>
            </a:r>
          </a:p>
          <a:p>
            <a:r>
              <a:rPr lang="en-US" b="1" dirty="0"/>
              <a:t>"Month Ending"</a:t>
            </a:r>
            <a:r>
              <a:rPr lang="en-US" dirty="0"/>
              <a:t> date, the </a:t>
            </a:r>
            <a:r>
              <a:rPr lang="en-US" b="1" dirty="0"/>
              <a:t>product type</a:t>
            </a:r>
            <a:r>
              <a:rPr lang="en-US" dirty="0"/>
              <a:t>, and the </a:t>
            </a:r>
            <a:r>
              <a:rPr lang="en-US" b="1" dirty="0"/>
              <a:t>total dollar amount sold</a:t>
            </a:r>
            <a:r>
              <a:rPr lang="en-US" dirty="0"/>
              <a:t> for that category in that month.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19873-6F4B-0559-8229-87C6BF2C3517}"/>
              </a:ext>
            </a:extLst>
          </p:cNvPr>
          <p:cNvSpPr txBox="1"/>
          <p:nvPr/>
        </p:nvSpPr>
        <p:spPr>
          <a:xfrm>
            <a:off x="613612" y="3109623"/>
            <a:ext cx="4809484" cy="23083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Motivating Questions:</a:t>
            </a:r>
          </a:p>
          <a:p>
            <a:r>
              <a:rPr lang="en-US" dirty="0"/>
              <a:t>How have consumer preferences for different types of cannabis products</a:t>
            </a:r>
            <a:br>
              <a:rPr lang="en-US" dirty="0"/>
            </a:br>
            <a:r>
              <a:rPr lang="en-US" dirty="0"/>
              <a:t>shifted in Connecticut over the past X years?</a:t>
            </a:r>
          </a:p>
          <a:p>
            <a:endParaRPr lang="en-US" dirty="0"/>
          </a:p>
          <a:p>
            <a:r>
              <a:rPr lang="en-US" dirty="0"/>
              <a:t>What is the most popular type of consumer cannabis product?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CD2E2-FC26-A653-A9C9-0E79AE370787}"/>
              </a:ext>
            </a:extLst>
          </p:cNvPr>
          <p:cNvSpPr txBox="1"/>
          <p:nvPr/>
        </p:nvSpPr>
        <p:spPr>
          <a:xfrm>
            <a:off x="3679278" y="452518"/>
            <a:ext cx="6097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prstClr val="white"/>
                </a:solidFill>
                <a:latin typeface="Tw Cen MT" panose="020B0602020104020603"/>
              </a:rPr>
              <a:t>Monthly Cannabis Sales Volume by Product Category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100510-B520-DA77-7FB8-EADEF6B2EB7A}"/>
              </a:ext>
            </a:extLst>
          </p:cNvPr>
          <p:cNvSpPr txBox="1"/>
          <p:nvPr/>
        </p:nvSpPr>
        <p:spPr>
          <a:xfrm>
            <a:off x="7134363" y="6550223"/>
            <a:ext cx="50738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63759E-4D8F-75DC-6C75-FE8CDA0F9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217" y="3446920"/>
            <a:ext cx="6220693" cy="12955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5ADB7ED-2781-A45A-EB96-E4A13A78A15C}"/>
              </a:ext>
            </a:extLst>
          </p:cNvPr>
          <p:cNvSpPr txBox="1"/>
          <p:nvPr/>
        </p:nvSpPr>
        <p:spPr>
          <a:xfrm>
            <a:off x="6108685" y="4742501"/>
            <a:ext cx="56868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Some of the data in : Cannabis_Retail_Products_Sold_by_Product_Type.csv</a:t>
            </a:r>
          </a:p>
        </p:txBody>
      </p:sp>
    </p:spTree>
    <p:extLst>
      <p:ext uri="{BB962C8B-B14F-4D97-AF65-F5344CB8AC3E}">
        <p14:creationId xmlns:p14="http://schemas.microsoft.com/office/powerpoint/2010/main" val="3539831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5907C-89F1-9DEB-A0A8-C13E1E44C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193CAD8-BC0C-9A21-6C54-E4F22BD73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3305"/>
            <a:ext cx="12192000" cy="457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042241-B31C-3A77-5C51-2F84865228DD}"/>
              </a:ext>
            </a:extLst>
          </p:cNvPr>
          <p:cNvSpPr txBox="1"/>
          <p:nvPr/>
        </p:nvSpPr>
        <p:spPr>
          <a:xfrm>
            <a:off x="811199" y="5710760"/>
            <a:ext cx="101940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*Other category includes: Pill, Capsule, Non Smokable Infused Extract, Tincture, Marijuana Infused Topicals, Liquid Marijuana RSO, Marijuana Mix Infused, Lozenge*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8E842-BB11-6A9C-F877-F1B2034B1804}"/>
              </a:ext>
            </a:extLst>
          </p:cNvPr>
          <p:cNvSpPr txBox="1"/>
          <p:nvPr/>
        </p:nvSpPr>
        <p:spPr>
          <a:xfrm>
            <a:off x="3996559" y="61851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31BB3-5A61-11F5-F121-0E4BC192E46D}"/>
              </a:ext>
            </a:extLst>
          </p:cNvPr>
          <p:cNvSpPr txBox="1"/>
          <p:nvPr/>
        </p:nvSpPr>
        <p:spPr>
          <a:xfrm>
            <a:off x="3265433" y="543063"/>
            <a:ext cx="50824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prstClr val="white"/>
                </a:solidFill>
                <a:latin typeface="Tw Cen MT" panose="020B0602020104020603"/>
              </a:rPr>
              <a:t>Monthly Cannabis Sales Volume by Product Category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C701E-9821-66CA-E1C3-0DE5F3C825E7}"/>
              </a:ext>
            </a:extLst>
          </p:cNvPr>
          <p:cNvSpPr txBox="1"/>
          <p:nvPr/>
        </p:nvSpPr>
        <p:spPr>
          <a:xfrm>
            <a:off x="4204860" y="19843"/>
            <a:ext cx="2982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D9AD63-5228-43D6-FA72-BF28F316A783}"/>
              </a:ext>
            </a:extLst>
          </p:cNvPr>
          <p:cNvSpPr txBox="1"/>
          <p:nvPr/>
        </p:nvSpPr>
        <p:spPr>
          <a:xfrm>
            <a:off x="7060325" y="6530380"/>
            <a:ext cx="51316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8917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A297-B44A-FCB5-8F86-631BE51B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1D183-DB91-DAA8-1679-7752BAB0E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insights are gained?</a:t>
            </a:r>
            <a:br>
              <a:rPr lang="en-US" dirty="0"/>
            </a:b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637422-8D19-DEAA-934F-051A4F842775}"/>
              </a:ext>
            </a:extLst>
          </p:cNvPr>
          <p:cNvSpPr txBox="1"/>
          <p:nvPr/>
        </p:nvSpPr>
        <p:spPr>
          <a:xfrm>
            <a:off x="4735417" y="0"/>
            <a:ext cx="2717988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Observations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D8A29-F1B0-1694-01CF-ECD68FA9B0FF}"/>
              </a:ext>
            </a:extLst>
          </p:cNvPr>
          <p:cNvSpPr txBox="1"/>
          <p:nvPr/>
        </p:nvSpPr>
        <p:spPr>
          <a:xfrm>
            <a:off x="3360782" y="423193"/>
            <a:ext cx="5609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prstClr val="white"/>
                </a:solidFill>
                <a:latin typeface="Tw Cen MT" panose="020B0602020104020603"/>
              </a:rPr>
              <a:t>Monthly Cannabis Sales Volume by Product Category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4EA64F-2A36-96FA-5E11-6E09BE588310}"/>
              </a:ext>
            </a:extLst>
          </p:cNvPr>
          <p:cNvSpPr txBox="1"/>
          <p:nvPr/>
        </p:nvSpPr>
        <p:spPr>
          <a:xfrm>
            <a:off x="7070178" y="6434807"/>
            <a:ext cx="51218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8885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7459E-E167-5EA9-8CEB-29C8E9F82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4AFA5991-E8F1-BAEE-DE76-55BFEA7207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1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CE97B-82C4-4123-0F3B-84097A8850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Bonus MAP Visual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0787CFC-B94F-5FFA-D0DF-B1F67311F3E8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Cannabis Retail Store Count by Connecticut Zip Code</a:t>
            </a:r>
            <a:endParaRPr 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7761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4D6EF-DAC5-5C21-881F-A0A59D12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3FE-BF48-6EDB-D8CB-95463977FD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 fontScale="90000"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this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7F59F-A987-9227-D302-0D52DCC4B159}"/>
              </a:ext>
            </a:extLst>
          </p:cNvPr>
          <p:cNvSpPr txBox="1"/>
          <p:nvPr/>
        </p:nvSpPr>
        <p:spPr>
          <a:xfrm>
            <a:off x="1179871" y="1799303"/>
            <a:ext cx="8491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Quip about what this data is, where it came from, and where it was sourced from.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A72CED-D98D-20CA-B796-971DA8EF82C1}"/>
              </a:ext>
            </a:extLst>
          </p:cNvPr>
          <p:cNvSpPr txBox="1"/>
          <p:nvPr/>
        </p:nvSpPr>
        <p:spPr>
          <a:xfrm>
            <a:off x="1179871" y="3251245"/>
            <a:ext cx="3106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 Picture of data head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F6CDEB-5DB8-569B-716A-FBE9617F6840}"/>
              </a:ext>
            </a:extLst>
          </p:cNvPr>
          <p:cNvSpPr txBox="1"/>
          <p:nvPr/>
        </p:nvSpPr>
        <p:spPr>
          <a:xfrm>
            <a:off x="1266368" y="2525274"/>
            <a:ext cx="7020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is the motivating question about this dataset?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E22FFE-D608-4A6F-7C7E-E475A66510D7}"/>
              </a:ext>
            </a:extLst>
          </p:cNvPr>
          <p:cNvSpPr txBox="1"/>
          <p:nvPr/>
        </p:nvSpPr>
        <p:spPr>
          <a:xfrm>
            <a:off x="7882758" y="6550223"/>
            <a:ext cx="43749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Map Visual - Medical_Marijuana_Dispensary_License.csv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C7EB02-6790-6CB4-AA09-0B53A6266EC7}"/>
              </a:ext>
            </a:extLst>
          </p:cNvPr>
          <p:cNvSpPr txBox="1"/>
          <p:nvPr/>
        </p:nvSpPr>
        <p:spPr>
          <a:xfrm>
            <a:off x="3583371" y="419742"/>
            <a:ext cx="5255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prstClr val="white"/>
                </a:solidFill>
                <a:latin typeface="Tw Cen MT" panose="020B0602020104020603"/>
              </a:rPr>
              <a:t>Cannabis Retail Store Count by Connecticut Zip Code</a:t>
            </a:r>
          </a:p>
        </p:txBody>
      </p:sp>
    </p:spTree>
    <p:extLst>
      <p:ext uri="{BB962C8B-B14F-4D97-AF65-F5344CB8AC3E}">
        <p14:creationId xmlns:p14="http://schemas.microsoft.com/office/powerpoint/2010/main" val="29004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7C86B-D31F-77F2-F92F-60925F5C8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7F0A215-6C43-D5D2-7B3A-338988031AFD}"/>
              </a:ext>
            </a:extLst>
          </p:cNvPr>
          <p:cNvSpPr txBox="1"/>
          <p:nvPr/>
        </p:nvSpPr>
        <p:spPr>
          <a:xfrm>
            <a:off x="3996559" y="61851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C11305-748E-3D65-F57A-EC5BFC6422E1}"/>
              </a:ext>
            </a:extLst>
          </p:cNvPr>
          <p:cNvSpPr txBox="1"/>
          <p:nvPr/>
        </p:nvSpPr>
        <p:spPr>
          <a:xfrm>
            <a:off x="3265433" y="543063"/>
            <a:ext cx="50824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prstClr val="white"/>
                </a:solidFill>
                <a:latin typeface="Tw Cen MT" panose="020B0602020104020603"/>
              </a:rPr>
              <a:t>Cannabis Retail Store Count by Connecticut Zip 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4A5A11-DE19-C50C-431D-8F7B54DF5460}"/>
              </a:ext>
            </a:extLst>
          </p:cNvPr>
          <p:cNvSpPr txBox="1"/>
          <p:nvPr/>
        </p:nvSpPr>
        <p:spPr>
          <a:xfrm>
            <a:off x="4204860" y="19843"/>
            <a:ext cx="2982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3C91A4A-56E5-9AF9-682A-6AD7F4F794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58" y="912395"/>
            <a:ext cx="6932931" cy="554634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97B17F8-BD56-7AF5-6728-06282E4F0B7B}"/>
              </a:ext>
            </a:extLst>
          </p:cNvPr>
          <p:cNvSpPr txBox="1"/>
          <p:nvPr/>
        </p:nvSpPr>
        <p:spPr>
          <a:xfrm>
            <a:off x="7843345" y="6550223"/>
            <a:ext cx="44596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55F51">
                    <a:lumMod val="25000"/>
                    <a:lumOff val="75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Map Visual - Medical_Marijuana_Dispensary_License.csv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59657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4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Medically Endorsed Cannabis Retailers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and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Social Equity Score by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Washington County 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62704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8C535-F6D3-7CA2-453A-03876ED50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560" y="534831"/>
            <a:ext cx="7772400" cy="19244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012A2E-B03A-12B0-4FA0-4E384D3B5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6560" y="2448658"/>
            <a:ext cx="7772400" cy="44093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5887" y="5811842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853" y="1870570"/>
            <a:ext cx="2995147" cy="15160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9105" y="87330"/>
            <a:ext cx="31633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medicallyEndorsedRetailers</a:t>
            </a:r>
            <a:r>
              <a:rPr lang="en-US" sz="1600" dirty="0"/>
              <a:t> TABLES: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9851260" y="547781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endorsedCounties</a:t>
            </a:r>
            <a:r>
              <a:rPr lang="en-US" sz="1600" dirty="0"/>
              <a:t> TABLE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64542A2-DB07-3208-B3B0-290031D3B3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409" y="708840"/>
            <a:ext cx="1225316" cy="1453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10195190" y="1586281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socialES</a:t>
            </a:r>
            <a:r>
              <a:rPr lang="en-US" sz="1600" dirty="0"/>
              <a:t> TABLE: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AE51C7A-449C-B633-E172-4B4B58B1DB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363" y="2199720"/>
            <a:ext cx="1220362" cy="138753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20276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548" y="5065117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93" y="5030997"/>
            <a:ext cx="2995147" cy="151606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585902" y="474082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endorsedCounties</a:t>
            </a:r>
            <a:r>
              <a:rPr lang="en-US" sz="1600" dirty="0"/>
              <a:t> TABLE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3422572" y="473445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socialES</a:t>
            </a:r>
            <a:r>
              <a:rPr lang="en-US" sz="1600" dirty="0"/>
              <a:t> TABLE: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2B5E0-105A-FBCD-304B-230AB4DC3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6282" y="598251"/>
            <a:ext cx="5544805" cy="1645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76BB7-0B13-6DBD-3A7B-B3E0F46852E2}"/>
              </a:ext>
            </a:extLst>
          </p:cNvPr>
          <p:cNvSpPr txBox="1"/>
          <p:nvPr/>
        </p:nvSpPr>
        <p:spPr>
          <a:xfrm>
            <a:off x="5708588" y="5604362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DD4076-C2A6-6096-F86F-4C8A739FC904}"/>
              </a:ext>
            </a:extLst>
          </p:cNvPr>
          <p:cNvCxnSpPr>
            <a:cxnSpLocks/>
          </p:cNvCxnSpPr>
          <p:nvPr/>
        </p:nvCxnSpPr>
        <p:spPr>
          <a:xfrm flipH="1">
            <a:off x="5793440" y="5973694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B3C2133-EAB3-AAA9-A405-0AA3FB21ACD1}"/>
              </a:ext>
            </a:extLst>
          </p:cNvPr>
          <p:cNvSpPr txBox="1"/>
          <p:nvPr/>
        </p:nvSpPr>
        <p:spPr>
          <a:xfrm>
            <a:off x="2720629" y="22638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county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B4A636-7C02-6F9E-AEF4-21AA150E13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2438" y="2336978"/>
            <a:ext cx="3965044" cy="241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5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24491" y="4949300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Social Equity Score &lt;= 100, then </a:t>
            </a:r>
            <a:r>
              <a:rPr lang="en-US" sz="1600" dirty="0">
                <a:solidFill>
                  <a:schemeClr val="accent6"/>
                </a:solidFill>
              </a:rPr>
              <a:t>green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461D9C-311F-7AE6-ED17-3D1B7386F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703409"/>
            <a:ext cx="7772400" cy="3162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1D0D30-6A41-52C8-1245-1E5B564E89AF}"/>
              </a:ext>
            </a:extLst>
          </p:cNvPr>
          <p:cNvSpPr txBox="1"/>
          <p:nvPr/>
        </p:nvSpPr>
        <p:spPr>
          <a:xfrm>
            <a:off x="624491" y="5322628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Social Equity Score &lt;= 200, then </a:t>
            </a:r>
            <a:r>
              <a:rPr lang="en-US" sz="1600" dirty="0">
                <a:solidFill>
                  <a:srgbClr val="FFC000"/>
                </a:solidFill>
              </a:rPr>
              <a:t>yellow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624491" y="5703236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Else </a:t>
            </a:r>
            <a:r>
              <a:rPr lang="en-US" sz="1600" dirty="0">
                <a:solidFill>
                  <a:srgbClr val="FF0000"/>
                </a:solidFill>
              </a:rPr>
              <a:t>red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036" y="4419430"/>
            <a:ext cx="3965044" cy="241280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E79889-250A-2A6A-2278-C2EA1D0D8FD3}"/>
              </a:ext>
            </a:extLst>
          </p:cNvPr>
          <p:cNvSpPr txBox="1"/>
          <p:nvPr/>
        </p:nvSpPr>
        <p:spPr>
          <a:xfrm>
            <a:off x="624491" y="4569051"/>
            <a:ext cx="5484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Social Equity Score </a:t>
            </a:r>
            <a:r>
              <a:rPr lang="en-US" dirty="0"/>
              <a:t>= </a:t>
            </a:r>
            <a:r>
              <a:rPr lang="en-US" sz="1400" dirty="0" err="1"/>
              <a:t>mergedCountiesTables</a:t>
            </a:r>
            <a:r>
              <a:rPr lang="en-US" sz="1400" dirty="0"/>
              <a:t>[</a:t>
            </a:r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‘Lowest Score’]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7B3C8E-1548-F694-3F58-8EA7ECBF914B}"/>
              </a:ext>
            </a:extLst>
          </p:cNvPr>
          <p:cNvSpPr txBox="1"/>
          <p:nvPr/>
        </p:nvSpPr>
        <p:spPr>
          <a:xfrm>
            <a:off x="6598571" y="4140582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mergedCountiesTables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4040239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9171083" y="2358442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mergedCountiesTables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320" y="2696996"/>
            <a:ext cx="3644680" cy="2217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6DC999-D3F9-8685-F2EA-74C4AE46D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674" y="514717"/>
            <a:ext cx="6818872" cy="440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6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Medically Endorsed Cannabis Retailers and Social Equity Score by Washington County</a:t>
            </a:r>
            <a:endParaRPr 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154764"/>
            <a:ext cx="290362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King County has the most Facilities which relates to later Sales/Tax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are some counties including Adams County that have 0 Medically Endorsed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 with Low Equity scores many counties have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9457D9-2C66-30B5-4D7A-A412ABABD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625" y="604729"/>
            <a:ext cx="7222656" cy="56298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A29529-86E6-36AB-A079-81B992386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6" y="5402081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3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5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Washington Counties: </a:t>
            </a:r>
          </a:p>
          <a:p>
            <a:pPr algn="ctr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Police Activity and Social Equity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9610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111593" y="4814503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washingtonCounties</a:t>
            </a: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[‘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County</a:t>
            </a: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’]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651D0-6040-AD97-B4FD-CEAC329F6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693" y="598251"/>
            <a:ext cx="8364710" cy="39565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A85DEE-5096-E500-CE6A-B51D1849E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19" y="5153057"/>
            <a:ext cx="1301526" cy="1478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4D862-F423-14C8-FCF1-2A2BE67A7D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060" y="5153057"/>
            <a:ext cx="994415" cy="15666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56D390-5B0C-D336-B0F6-95CBD6C72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820" y="5203036"/>
            <a:ext cx="5308107" cy="14667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3700518" y="4658952"/>
            <a:ext cx="47909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mergedEnforcementCounties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 after </a:t>
            </a:r>
            <a:r>
              <a:rPr lang="en-US" sz="1600" dirty="0" err="1"/>
              <a:t>np.where</a:t>
            </a:r>
            <a:r>
              <a:rPr lang="en-US" sz="1600" dirty="0"/>
              <a:t>():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4F9EB-D7C4-7EEE-A57B-9A35D797E690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1459745" y="5892359"/>
            <a:ext cx="339315" cy="4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90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32AE8BA1-ADA9-9E94-9ADA-AEDA7D967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853" y="4461159"/>
            <a:ext cx="5529072" cy="11960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2087520" y="4148210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mergedEnforcementData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6551289" y="3043778"/>
            <a:ext cx="479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mergedMapData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ADF388-5EB6-CE66-C742-49477E24C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9259"/>
            <a:ext cx="6172960" cy="33857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5679CC-0793-429B-1971-C373BA42D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657216"/>
            <a:ext cx="4462765" cy="12097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235813-00AE-27AB-4F1F-1B1518DB82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9824" y="5657217"/>
            <a:ext cx="6742176" cy="12107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C893B92-2219-F36A-09C8-F678953C0E17}"/>
              </a:ext>
            </a:extLst>
          </p:cNvPr>
          <p:cNvSpPr txBox="1"/>
          <p:nvPr/>
        </p:nvSpPr>
        <p:spPr>
          <a:xfrm>
            <a:off x="4462765" y="5995770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Merge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33E2D9-4871-7C60-0440-E46ADFFB6432}"/>
              </a:ext>
            </a:extLst>
          </p:cNvPr>
          <p:cNvCxnSpPr>
            <a:cxnSpLocks/>
          </p:cNvCxnSpPr>
          <p:nvPr/>
        </p:nvCxnSpPr>
        <p:spPr>
          <a:xfrm flipH="1">
            <a:off x="4547617" y="6365102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C3069898-81B0-DEFF-5BAB-A894F08E2A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0515" y="5678656"/>
            <a:ext cx="5651485" cy="120536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EC91676-572A-E289-FEA2-089A7FFEF9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3637" y="2016282"/>
            <a:ext cx="2422400" cy="131984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6D849EF-1CE4-1A1A-33DF-0E5B70BBA4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4509" y="910296"/>
            <a:ext cx="5997491" cy="10769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20F68F-345D-1DD1-3B83-B072BE31CF26}"/>
              </a:ext>
            </a:extLst>
          </p:cNvPr>
          <p:cNvCxnSpPr>
            <a:cxnSpLocks/>
          </p:cNvCxnSpPr>
          <p:nvPr/>
        </p:nvCxnSpPr>
        <p:spPr>
          <a:xfrm flipV="1">
            <a:off x="10290048" y="1083100"/>
            <a:ext cx="1483654" cy="9583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2FA35168-1CAD-7B76-AFD9-18943ABE7A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9810" y="3375490"/>
            <a:ext cx="4532582" cy="106834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E2DCE0-A57F-9640-E999-2B757EA2CF4B}"/>
              </a:ext>
            </a:extLst>
          </p:cNvPr>
          <p:cNvCxnSpPr>
            <a:cxnSpLocks/>
          </p:cNvCxnSpPr>
          <p:nvPr/>
        </p:nvCxnSpPr>
        <p:spPr>
          <a:xfrm>
            <a:off x="6540515" y="2026649"/>
            <a:ext cx="2933560" cy="1309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580B2D4-4868-168D-6661-5E1B0B2027A0}"/>
              </a:ext>
            </a:extLst>
          </p:cNvPr>
          <p:cNvCxnSpPr>
            <a:cxnSpLocks/>
          </p:cNvCxnSpPr>
          <p:nvPr/>
        </p:nvCxnSpPr>
        <p:spPr>
          <a:xfrm flipV="1">
            <a:off x="524256" y="4607944"/>
            <a:ext cx="861597" cy="1049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388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154214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Implementation: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Merge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94A78-13DA-CF3F-4219-CC5D4A1D0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569712"/>
            <a:ext cx="7772400" cy="37071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E9873D-8F6D-5A31-1944-2E5C5251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80" y="4275892"/>
            <a:ext cx="10759299" cy="49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8C91E-A43E-B2A6-4DBC-F8AB7841068C}"/>
              </a:ext>
            </a:extLst>
          </p:cNvPr>
          <p:cNvSpPr txBox="1"/>
          <p:nvPr/>
        </p:nvSpPr>
        <p:spPr>
          <a:xfrm>
            <a:off x="633680" y="4741392"/>
            <a:ext cx="1028358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Using the axis’s .</a:t>
            </a:r>
            <a:r>
              <a:rPr lang="en-US" dirty="0" err="1"/>
              <a:t>add_artist</a:t>
            </a:r>
            <a:r>
              <a:rPr lang="en-US" dirty="0"/>
              <a:t>() attribute with a Lambda function.</a:t>
            </a:r>
          </a:p>
          <a:p>
            <a:r>
              <a:rPr lang="en-US" dirty="0"/>
              <a:t>Each artist is a </a:t>
            </a:r>
            <a:r>
              <a:rPr lang="en-US" dirty="0" err="1"/>
              <a:t>OffsetImage</a:t>
            </a:r>
            <a:r>
              <a:rPr lang="en-US" dirty="0"/>
              <a:t> inside a </a:t>
            </a:r>
            <a:r>
              <a:rPr lang="en-US" dirty="0" err="1"/>
              <a:t>AnnotationBbox</a:t>
            </a:r>
            <a:r>
              <a:rPr lang="en-US" dirty="0"/>
              <a:t> both imported from </a:t>
            </a:r>
            <a:r>
              <a:rPr lang="en-US" dirty="0" err="1"/>
              <a:t>matplotlib.offsetbox</a:t>
            </a:r>
            <a:r>
              <a:rPr lang="en-US" dirty="0"/>
              <a:t> library.</a:t>
            </a:r>
          </a:p>
          <a:p>
            <a:r>
              <a:rPr lang="en-US" dirty="0"/>
              <a:t>Zoom is controlled by the current </a:t>
            </a:r>
            <a:r>
              <a:rPr lang="en-US" dirty="0" err="1"/>
              <a:t>totalCount</a:t>
            </a:r>
            <a:r>
              <a:rPr lang="en-US" dirty="0"/>
              <a:t> variable in </a:t>
            </a:r>
            <a:r>
              <a:rPr lang="en-US" dirty="0" err="1"/>
              <a:t>mergedMapData</a:t>
            </a:r>
            <a:r>
              <a:rPr lang="en-US" dirty="0"/>
              <a:t> </a:t>
            </a:r>
            <a:r>
              <a:rPr lang="en-US" dirty="0" err="1"/>
              <a:t>DataFrame</a:t>
            </a:r>
            <a:r>
              <a:rPr lang="en-US" dirty="0"/>
              <a:t>.</a:t>
            </a:r>
          </a:p>
          <a:p>
            <a:r>
              <a:rPr lang="en-US" dirty="0"/>
              <a:t>	- if </a:t>
            </a:r>
            <a:r>
              <a:rPr lang="en-US" dirty="0" err="1"/>
              <a:t>pd.notna</a:t>
            </a:r>
            <a:r>
              <a:rPr lang="en-US" dirty="0"/>
              <a:t>(</a:t>
            </a:r>
            <a:r>
              <a:rPr lang="en-US" dirty="0" err="1"/>
              <a:t>x.totalCount</a:t>
            </a:r>
            <a:r>
              <a:rPr lang="en-US" dirty="0"/>
              <a:t>) then Zoom= 0.0009 * </a:t>
            </a:r>
            <a:r>
              <a:rPr lang="en-US" dirty="0" err="1"/>
              <a:t>x.totalCount</a:t>
            </a:r>
            <a:endParaRPr lang="en-US" dirty="0"/>
          </a:p>
          <a:p>
            <a:r>
              <a:rPr lang="en-US" dirty="0"/>
              <a:t>	- else Zoom=0.02</a:t>
            </a:r>
          </a:p>
          <a:p>
            <a:r>
              <a:rPr lang="en-US" dirty="0" err="1"/>
              <a:t>xy</a:t>
            </a:r>
            <a:r>
              <a:rPr lang="en-US" dirty="0"/>
              <a:t> = ( x =  centroid of x coord, (y = centroid of y coord – 0.1) ) and no frame. </a:t>
            </a:r>
          </a:p>
          <a:p>
            <a:r>
              <a:rPr lang="en-US" dirty="0"/>
              <a:t>	- Subtracting -0.1 from y centroid to move </a:t>
            </a:r>
            <a:r>
              <a:rPr lang="en-US" dirty="0" err="1"/>
              <a:t>policeBadge.png</a:t>
            </a:r>
            <a:r>
              <a:rPr lang="en-US" dirty="0"/>
              <a:t> under text</a:t>
            </a:r>
          </a:p>
        </p:txBody>
      </p:sp>
    </p:spTree>
    <p:extLst>
      <p:ext uri="{BB962C8B-B14F-4D97-AF65-F5344CB8AC3E}">
        <p14:creationId xmlns:p14="http://schemas.microsoft.com/office/powerpoint/2010/main" val="13617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Washington Counties: </a:t>
            </a:r>
          </a:p>
          <a:p>
            <a:pPr algn="ctr"/>
            <a:r>
              <a:rPr lang="en-US" sz="3600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011889"/>
            <a:ext cx="275453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Cannabis related enforcement is very prevalent in Clark, Kitsap, and King county.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Moderate amount in Pierce, Grant, Adams, and Pend </a:t>
            </a:r>
            <a:r>
              <a:rPr lang="en-US" dirty="0" err="1"/>
              <a:t>Orelle</a:t>
            </a:r>
            <a:r>
              <a:rPr lang="en-US" dirty="0"/>
              <a:t> Counties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Yakima, Walla Walla, Franklin counties have a high social equity score but low cannabis related police activity.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Gives idea on what counties to focus on helping.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109756-98F9-81B4-1DA6-C52F7895D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849" y="604729"/>
            <a:ext cx="7772400" cy="52548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05369C-C165-2E70-F147-E7AD72FCA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605" y="5510964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8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6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Total Cannabis </a:t>
            </a:r>
            <a:r>
              <a:rPr lang="en-US" sz="3200" b="0" dirty="0">
                <a:solidFill>
                  <a:srgbClr val="A5BCE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Related</a:t>
            </a:r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Sales in Washington </a:t>
            </a:r>
          </a:p>
          <a:p>
            <a:pPr algn="ctr"/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by County/Year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095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-74851" y="716692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3">
                    <a:lumMod val="75000"/>
                  </a:schemeClr>
                </a:solidFill>
              </a:rPr>
              <a:t>Pandas </a:t>
            </a:r>
            <a:r>
              <a:rPr lang="en-US" sz="1600" dirty="0" err="1">
                <a:solidFill>
                  <a:schemeClr val="accent3">
                    <a:lumMod val="75000"/>
                  </a:schemeClr>
                </a:solidFill>
              </a:rPr>
              <a:t>Dataframe</a:t>
            </a:r>
            <a:r>
              <a:rPr lang="en-US" sz="1600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1600" dirty="0"/>
              <a:t>TABLE format: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95FA12-C967-E982-025C-756392AE1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86" y="604729"/>
            <a:ext cx="5677427" cy="13242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ADF6E8-A6AC-1D7E-2159-14829C30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1928933"/>
            <a:ext cx="7772400" cy="492906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1918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687860" y="4615041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totalDF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B798A9-AE5F-E17D-5825-5DE9B5C5E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1" y="604729"/>
            <a:ext cx="7880379" cy="356673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C9D7E57-319E-0500-B4F6-7C4A2CB8B58D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306951" y="2950464"/>
            <a:ext cx="2155814" cy="16645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777A3EF-BEB0-CC6C-8E15-90E08EB3E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403" y="4953595"/>
            <a:ext cx="2857094" cy="171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32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9422954" y="1930845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topCounties2018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2F3D9-3858-2192-5459-D125A809A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84" y="907977"/>
            <a:ext cx="7772400" cy="56486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431064-3468-7D69-F444-6AE4F32E5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864" y="2269399"/>
            <a:ext cx="5606193" cy="115960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04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866016" y="5066955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topTaxCounties1819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30F88EC-2739-1445-7A57-3646C090C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6274"/>
            <a:ext cx="7772400" cy="43334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20770B-6481-0B59-E73A-3E483A8DD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5405509"/>
            <a:ext cx="5006428" cy="132957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919D816-091C-1D1E-DA86-8F933F5EEF78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3436883" y="3121572"/>
            <a:ext cx="48224" cy="1945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98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/>
              <a:t>subplots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62BA66-2597-2AD5-1824-FC41D227F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2000" y="5261006"/>
            <a:ext cx="3048000" cy="914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7A650E-136E-FC2C-E38C-935CCEABF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1566" y="5326872"/>
            <a:ext cx="3006639" cy="7880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348D3-BC69-B435-835E-EBD10E7B439D}"/>
              </a:ext>
            </a:extLst>
          </p:cNvPr>
          <p:cNvSpPr txBox="1"/>
          <p:nvPr/>
        </p:nvSpPr>
        <p:spPr>
          <a:xfrm>
            <a:off x="63432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 err="1"/>
              <a:t>subplots_adjust</a:t>
            </a:r>
            <a:endParaRPr lang="en-US" sz="16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8ACE4C7-B1EE-3BB0-8A1B-A86EC5CED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588653"/>
            <a:ext cx="7772400" cy="44699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B4D6E-77F5-8E7A-C91A-070DB410AF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774" y="629273"/>
            <a:ext cx="711200" cy="304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8EE8A8-EB4A-D8E8-30F2-80B67A2F27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773" y="1000709"/>
            <a:ext cx="711201" cy="3333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EA98DB7-B4CF-283D-C93E-68FF0BE9E9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773" y="1421448"/>
            <a:ext cx="732325" cy="26980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-353292" y="198640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First Row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A4B6580-5AF4-0DD0-E3FC-E7E3C26E55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9055" y="6316410"/>
            <a:ext cx="7772400" cy="31563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4B4286E-0D43-E9CC-4239-AC687C2D00CF}"/>
              </a:ext>
            </a:extLst>
          </p:cNvPr>
          <p:cNvSpPr txBox="1"/>
          <p:nvPr/>
        </p:nvSpPr>
        <p:spPr>
          <a:xfrm>
            <a:off x="-454275" y="6293486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 err="1"/>
              <a:t>FuncFormatter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20018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Normalization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-191934" y="208598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Second Row</a:t>
            </a: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D97908-B457-BE9A-5367-D3614C91B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60118"/>
            <a:ext cx="7772400" cy="435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80D831-9FA6-BBB9-0DCE-C1B07FC5F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773" y="655273"/>
            <a:ext cx="763935" cy="2745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3703ED-B978-18AB-D0C2-39B970F68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317" y="999052"/>
            <a:ext cx="773391" cy="281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6D432-B4A5-BD17-E946-8BACE2CBAA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317" y="1333797"/>
            <a:ext cx="794789" cy="281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2D07A6-4950-43AF-F53C-ED21A6A87C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1335" y="5366105"/>
            <a:ext cx="3314700" cy="33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F2EFB4-E551-C350-E9C4-F21ACFDFE4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1" y="6272071"/>
            <a:ext cx="7772400" cy="2370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B02002-E32A-2A67-F847-6AA0FB5A5301}"/>
              </a:ext>
            </a:extLst>
          </p:cNvPr>
          <p:cNvSpPr txBox="1"/>
          <p:nvPr/>
        </p:nvSpPr>
        <p:spPr>
          <a:xfrm>
            <a:off x="2457020" y="5886560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Bar(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</a:rPr>
              <a:t>x,y,data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082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55F6CF-441E-90B8-4FC1-477F5055F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8422" y="604153"/>
            <a:ext cx="6240526" cy="6254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142313" y="653015"/>
            <a:ext cx="275453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Effect during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Slow Fall off after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King County plays big part in the economics of cannabis.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Tax Income increased 20 million in King County Alone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Total Sales in Washington reached almost 3 Billion</a:t>
            </a:r>
          </a:p>
        </p:txBody>
      </p:sp>
    </p:spTree>
    <p:extLst>
      <p:ext uri="{BB962C8B-B14F-4D97-AF65-F5344CB8AC3E}">
        <p14:creationId xmlns:p14="http://schemas.microsoft.com/office/powerpoint/2010/main" val="311642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DB4C-EDD2-8A58-A844-8E2C21C24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Thank you!</a:t>
            </a:r>
            <a:br>
              <a:rPr lang="en-US" dirty="0"/>
            </a:br>
            <a:r>
              <a:rPr lang="en-US" dirty="0"/>
              <a:t>Sources: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4302F-BF61-3A7A-1697-10E7E2EFE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7146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a4450c1-f494-41f2-ac90-0c0f3c135c4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3B83911A246E4DB19D4021EC5D1FEE" ma:contentTypeVersion="12" ma:contentTypeDescription="Create a new document." ma:contentTypeScope="" ma:versionID="9a61408d3f860164ba4e7f7ee7e964a8">
  <xsd:schema xmlns:xsd="http://www.w3.org/2001/XMLSchema" xmlns:xs="http://www.w3.org/2001/XMLSchema" xmlns:p="http://schemas.microsoft.com/office/2006/metadata/properties" xmlns:ns3="ca4450c1-f494-41f2-ac90-0c0f3c135c48" targetNamespace="http://schemas.microsoft.com/office/2006/metadata/properties" ma:root="true" ma:fieldsID="3194c6ff9898d6c5fb6717317724ce59" ns3:_="">
    <xsd:import namespace="ca4450c1-f494-41f2-ac90-0c0f3c135c4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ystemTags" minOccurs="0"/>
                <xsd:element ref="ns3:MediaLengthInSeconds" minOccurs="0"/>
                <xsd:element ref="ns3:_activity" minOccurs="0"/>
                <xsd:element ref="ns3:MediaServiceSearchPropertie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4450c1-f494-41f2-ac90-0c0f3c135c4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8BDC5D4-2EA6-4B49-A022-B976A88BB63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D2342C-FBB4-4558-A8D5-CA40CAFFD6EE}">
  <ds:schemaRefs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ca4450c1-f494-41f2-ac90-0c0f3c135c48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967ADA38-03DA-42C7-A960-4D3C61C781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a4450c1-f494-41f2-ac90-0c0f3c135c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1166</TotalTime>
  <Words>1830</Words>
  <Application>Microsoft Office PowerPoint</Application>
  <PresentationFormat>Widescreen</PresentationFormat>
  <Paragraphs>254</Paragraphs>
  <Slides>37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Arial</vt:lpstr>
      <vt:lpstr>Calibri</vt:lpstr>
      <vt:lpstr>Tw Cen MT</vt:lpstr>
      <vt:lpstr>Circuit</vt:lpstr>
      <vt:lpstr>CS445 Final Project Group 2 – Green Data Trees </vt:lpstr>
      <vt:lpstr>About Us and our Project</vt:lpstr>
      <vt:lpstr>Visual 1 Alex Boyce  </vt:lpstr>
      <vt:lpstr>About the Data</vt:lpstr>
      <vt:lpstr>PowerPoint Presentation</vt:lpstr>
      <vt:lpstr>Observations</vt:lpstr>
      <vt:lpstr>Visual 2 Alex Boyce  </vt:lpstr>
      <vt:lpstr>About the Data</vt:lpstr>
      <vt:lpstr>PowerPoint Presentation</vt:lpstr>
      <vt:lpstr>PowerPoint Presentation</vt:lpstr>
      <vt:lpstr>Visual 3 Alex Boyce  </vt:lpstr>
      <vt:lpstr>About the Data</vt:lpstr>
      <vt:lpstr>PowerPoint Presentation</vt:lpstr>
      <vt:lpstr>PowerPoint Presentation</vt:lpstr>
      <vt:lpstr>Bonus MAP Visual Alex Boyce  </vt:lpstr>
      <vt:lpstr>About this Data</vt:lpstr>
      <vt:lpstr>PowerPoint Presentation</vt:lpstr>
      <vt:lpstr>Visual 4 Kyle Dennewith  </vt:lpstr>
      <vt:lpstr>METHODOLOGY</vt:lpstr>
      <vt:lpstr>METHODOLOGY</vt:lpstr>
      <vt:lpstr>METHODOLOGY</vt:lpstr>
      <vt:lpstr>METHODOLOGY</vt:lpstr>
      <vt:lpstr>VISUAL</vt:lpstr>
      <vt:lpstr>Visual 5 Kyle Dennewith  </vt:lpstr>
      <vt:lpstr>METHODOLOGY</vt:lpstr>
      <vt:lpstr>METHODOLOGY</vt:lpstr>
      <vt:lpstr>METHODOLOGY</vt:lpstr>
      <vt:lpstr>VISUAL</vt:lpstr>
      <vt:lpstr>Visual 6 Kyle Dennewith  </vt:lpstr>
      <vt:lpstr>METHODOLOGY</vt:lpstr>
      <vt:lpstr>METHODOLOGY</vt:lpstr>
      <vt:lpstr>METHODOLOGY</vt:lpstr>
      <vt:lpstr>METHODOLOGY</vt:lpstr>
      <vt:lpstr>METHODOLOGY</vt:lpstr>
      <vt:lpstr>METHODOLOGY</vt:lpstr>
      <vt:lpstr>VISUAL</vt:lpstr>
      <vt:lpstr>Thank you! Sources: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Dennewith</dc:creator>
  <cp:lastModifiedBy>Alex Boyce</cp:lastModifiedBy>
  <cp:revision>6</cp:revision>
  <dcterms:created xsi:type="dcterms:W3CDTF">2025-05-31T05:22:09Z</dcterms:created>
  <dcterms:modified xsi:type="dcterms:W3CDTF">2025-06-02T07:47:17Z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0x010100C83B83911A246E4DB19D4021EC5D1FEE</vt:lpwstr>
  </property>
</Properties>
</file>