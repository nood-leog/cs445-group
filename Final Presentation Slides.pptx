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57" r:id="rId1"/>
  </p:sldMasterIdLst>
  <p:notesMasterIdLst>
    <p:notesMasterId r:id="rId24"/>
  </p:notesMasterIdLst>
  <p:sldIdLst>
    <p:sldId id="280" r:id="rId2"/>
    <p:sldId id="279" r:id="rId3"/>
    <p:sldId id="278" r:id="rId4"/>
    <p:sldId id="256" r:id="rId5"/>
    <p:sldId id="258" r:id="rId6"/>
    <p:sldId id="267" r:id="rId7"/>
    <p:sldId id="268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69" r:id="rId16"/>
    <p:sldId id="259" r:id="rId17"/>
    <p:sldId id="261" r:id="rId18"/>
    <p:sldId id="263" r:id="rId19"/>
    <p:sldId id="264" r:id="rId20"/>
    <p:sldId id="260" r:id="rId21"/>
    <p:sldId id="265" r:id="rId22"/>
    <p:sldId id="26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5"/>
    <p:restoredTop sz="94710"/>
  </p:normalViewPr>
  <p:slideViewPr>
    <p:cSldViewPr snapToGrid="0">
      <p:cViewPr>
        <p:scale>
          <a:sx n="90" d="100"/>
          <a:sy n="90" d="100"/>
        </p:scale>
        <p:origin x="1208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5/31/25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9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50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100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6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5/31/25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5/31/25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2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5/31/25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52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3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5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455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394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7" r:id="rId2"/>
    <p:sldLayoutId id="2147483948" r:id="rId3"/>
    <p:sldLayoutId id="2147483949" r:id="rId4"/>
    <p:sldLayoutId id="2147483950" r:id="rId5"/>
    <p:sldLayoutId id="2147483956" r:id="rId6"/>
    <p:sldLayoutId id="2147483951" r:id="rId7"/>
    <p:sldLayoutId id="2147483952" r:id="rId8"/>
    <p:sldLayoutId id="2147483953" r:id="rId9"/>
    <p:sldLayoutId id="2147483955" r:id="rId10"/>
    <p:sldLayoutId id="2147483954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1260" y="547781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10195190" y="1586281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585902" y="474082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3422572" y="473445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100, then </a:t>
            </a:r>
            <a:r>
              <a:rPr lang="en-US" sz="1600" dirty="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200, then </a:t>
            </a:r>
            <a:r>
              <a:rPr lang="en-US" sz="1600" dirty="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Else </a:t>
            </a:r>
            <a:r>
              <a:rPr lang="en-US" sz="1600" dirty="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Social Equity Score </a:t>
            </a:r>
            <a:r>
              <a:rPr lang="en-US" dirty="0"/>
              <a:t>= </a:t>
            </a:r>
            <a:r>
              <a:rPr lang="en-US" sz="1400" dirty="0" err="1"/>
              <a:t>mergedCountiesTables</a:t>
            </a:r>
            <a:r>
              <a:rPr lang="en-US" sz="1400" dirty="0"/>
              <a:t>[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598571" y="414058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Medically Endorsed Cannabis Retailers and Social Equity Score by Washington County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washingtonCounties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[‘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County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’]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767820" y="4606754"/>
            <a:ext cx="47909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/>
              <a:t>np.where</a:t>
            </a:r>
            <a:r>
              <a:rPr lang="en-US" sz="1600" dirty="0"/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mergedEnforcementData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mergedMapData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3069898-81B0-DEFF-5BAB-A894F08E2A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15" y="5678656"/>
            <a:ext cx="5651485" cy="12053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154214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Implementation: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the axis’s .</a:t>
            </a:r>
            <a:r>
              <a:rPr lang="en-US" dirty="0" err="1"/>
              <a:t>add_artist</a:t>
            </a:r>
            <a:r>
              <a:rPr lang="en-US" dirty="0"/>
              <a:t>() attribute with a Lambda function.</a:t>
            </a:r>
          </a:p>
          <a:p>
            <a:r>
              <a:rPr lang="en-US" dirty="0"/>
              <a:t>Each artist is a </a:t>
            </a:r>
            <a:r>
              <a:rPr lang="en-US" dirty="0" err="1"/>
              <a:t>OffsetImage</a:t>
            </a:r>
            <a:r>
              <a:rPr lang="en-US" dirty="0"/>
              <a:t> inside a </a:t>
            </a:r>
            <a:r>
              <a:rPr lang="en-US" dirty="0" err="1"/>
              <a:t>AnnotationBbox</a:t>
            </a:r>
            <a:r>
              <a:rPr lang="en-US" dirty="0"/>
              <a:t> both imported from </a:t>
            </a:r>
            <a:r>
              <a:rPr lang="en-US" dirty="0" err="1"/>
              <a:t>matplotlib.offsetbox</a:t>
            </a:r>
            <a:r>
              <a:rPr lang="en-US" dirty="0"/>
              <a:t> library.</a:t>
            </a:r>
          </a:p>
          <a:p>
            <a:r>
              <a:rPr lang="en-US" dirty="0"/>
              <a:t>Zoom is controlled by the current </a:t>
            </a:r>
            <a:r>
              <a:rPr lang="en-US" dirty="0" err="1"/>
              <a:t>totalCount</a:t>
            </a:r>
            <a:r>
              <a:rPr lang="en-US" dirty="0"/>
              <a:t> variable in </a:t>
            </a:r>
            <a:r>
              <a:rPr lang="en-US" dirty="0" err="1"/>
              <a:t>mergedMapData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.</a:t>
            </a:r>
          </a:p>
          <a:p>
            <a:r>
              <a:rPr lang="en-US" dirty="0"/>
              <a:t>	- if </a:t>
            </a:r>
            <a:r>
              <a:rPr lang="en-US" dirty="0" err="1"/>
              <a:t>pd.notna</a:t>
            </a:r>
            <a:r>
              <a:rPr lang="en-US" dirty="0"/>
              <a:t>(</a:t>
            </a:r>
            <a:r>
              <a:rPr lang="en-US" dirty="0" err="1"/>
              <a:t>x.totalCount</a:t>
            </a:r>
            <a:r>
              <a:rPr lang="en-US" dirty="0"/>
              <a:t>) then Zoom= 0.0009 * </a:t>
            </a:r>
            <a:r>
              <a:rPr lang="en-US" dirty="0" err="1"/>
              <a:t>x.totalCount</a:t>
            </a:r>
            <a:endParaRPr lang="en-US" dirty="0"/>
          </a:p>
          <a:p>
            <a:r>
              <a:rPr lang="en-US" dirty="0"/>
              <a:t>	- else Zoom=0.02</a:t>
            </a:r>
          </a:p>
          <a:p>
            <a:r>
              <a:rPr lang="en-US" dirty="0" err="1"/>
              <a:t>xy</a:t>
            </a:r>
            <a:r>
              <a:rPr lang="en-US" dirty="0"/>
              <a:t> = ( x =  centroid of x coord, (y = centroid of y coord – 0.1) ) and no frame. </a:t>
            </a:r>
          </a:p>
          <a:p>
            <a:r>
              <a:rPr lang="en-US" dirty="0"/>
              <a:t>	- Subtracting -0.1 from y centroid to move </a:t>
            </a:r>
            <a:r>
              <a:rPr lang="en-US" dirty="0" err="1"/>
              <a:t>policeBadge.png</a:t>
            </a:r>
            <a:r>
              <a:rPr lang="en-US" dirty="0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Washington Counties: </a:t>
            </a:r>
          </a:p>
          <a:p>
            <a:pPr algn="ctr"/>
            <a:r>
              <a:rPr lang="en-US" sz="3600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Moderate amount in Pierce, Grant, Adams, and Pend </a:t>
            </a:r>
            <a:r>
              <a:rPr lang="en-US" dirty="0" err="1"/>
              <a:t>Orelle</a:t>
            </a:r>
            <a:r>
              <a:rPr lang="en-US" dirty="0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Gives idea on what counties to focus on helping.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09756-98F9-81B4-1DA6-C52F7895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849" y="604729"/>
            <a:ext cx="7772400" cy="5254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</a:t>
            </a:r>
            <a:r>
              <a:rPr lang="en-US" sz="3200" b="0" dirty="0">
                <a:solidFill>
                  <a:srgbClr val="A5BC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Related</a:t>
            </a:r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Sales in Washington </a:t>
            </a:r>
          </a:p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Pandas </a:t>
            </a:r>
            <a:r>
              <a:rPr lang="en-US" sz="1600" dirty="0" err="1">
                <a:solidFill>
                  <a:schemeClr val="accent3">
                    <a:lumMod val="75000"/>
                  </a:schemeClr>
                </a:solidFill>
              </a:rPr>
              <a:t>Dataframe</a:t>
            </a:r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1600" dirty="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687860" y="4615041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306951" y="2950464"/>
            <a:ext cx="2155814" cy="1664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A7671D92-EC57-2EE2-536A-01FE28176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91" y="4953595"/>
            <a:ext cx="3073917" cy="184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topCounties2018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866016" y="506695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topTaxCounties1819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48224" cy="1945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subplots_adjust</a:t>
            </a:r>
            <a:endParaRPr lang="en-US" sz="1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774" y="629273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73" y="1000709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73" y="1421448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353292" y="19864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FuncFormatter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191934" y="20859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73" y="655273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7" y="999052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7" y="1333797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1335" y="5366105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1" y="6272071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2457020" y="588656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Bar(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</a:rPr>
              <a:t>x,y,data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609</TotalTime>
  <Words>658</Words>
  <Application>Microsoft Macintosh PowerPoint</Application>
  <PresentationFormat>Widescreen</PresentationFormat>
  <Paragraphs>140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Grandview Display</vt:lpstr>
      <vt:lpstr>DashVTI</vt:lpstr>
      <vt:lpstr>Visual 1 Alex Boyce  </vt:lpstr>
      <vt:lpstr>Visual 2 Alex Boyce  </vt:lpstr>
      <vt:lpstr>Visual 3 Alex Boyce  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Kyle Dennewith</cp:lastModifiedBy>
  <cp:revision>4</cp:revision>
  <dcterms:created xsi:type="dcterms:W3CDTF">2025-05-31T05:22:09Z</dcterms:created>
  <dcterms:modified xsi:type="dcterms:W3CDTF">2025-06-01T06:45:00Z</dcterms:modified>
</cp:coreProperties>
</file>